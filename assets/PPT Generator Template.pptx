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61" r:id="rId6"/>
    <p:sldId id="266" r:id="rId7"/>
    <p:sldId id="267" r:id="rId8"/>
    <p:sldId id="265" r:id="rId9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D6373D-610C-42E7-8485-5D9CB949C598}" v="2" dt="2025-10-23T07:55:48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357" autoAdjust="0"/>
  </p:normalViewPr>
  <p:slideViewPr>
    <p:cSldViewPr snapToGrid="0">
      <p:cViewPr varScale="1">
        <p:scale>
          <a:sx n="95" d="100"/>
          <a:sy n="95" d="100"/>
        </p:scale>
        <p:origin x="1110" y="306"/>
      </p:cViewPr>
      <p:guideLst/>
    </p:cSldViewPr>
  </p:slideViewPr>
  <p:outlineViewPr>
    <p:cViewPr>
      <p:scale>
        <a:sx n="33" d="100"/>
        <a:sy n="33" d="100"/>
      </p:scale>
      <p:origin x="0" y="-64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4056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onatan Giraldo Cardona" userId="a53f930c-eccf-4fde-b0e6-d4b418d64efc" providerId="ADAL" clId="{A5EF7C59-18D6-4C0E-BC4B-0B0C3E9E9E2C}"/>
    <pc:docChg chg="modSld">
      <pc:chgData name="Jhonatan Giraldo Cardona" userId="a53f930c-eccf-4fde-b0e6-d4b418d64efc" providerId="ADAL" clId="{A5EF7C59-18D6-4C0E-BC4B-0B0C3E9E9E2C}" dt="2025-10-23T07:56:00.292" v="3" actId="6549"/>
      <pc:docMkLst>
        <pc:docMk/>
      </pc:docMkLst>
      <pc:sldChg chg="modSp mod">
        <pc:chgData name="Jhonatan Giraldo Cardona" userId="a53f930c-eccf-4fde-b0e6-d4b418d64efc" providerId="ADAL" clId="{A5EF7C59-18D6-4C0E-BC4B-0B0C3E9E9E2C}" dt="2025-10-23T07:56:00.292" v="3" actId="6549"/>
        <pc:sldMkLst>
          <pc:docMk/>
          <pc:sldMk cId="848277181" sldId="266"/>
        </pc:sldMkLst>
        <pc:spChg chg="mod">
          <ac:chgData name="Jhonatan Giraldo Cardona" userId="a53f930c-eccf-4fde-b0e6-d4b418d64efc" providerId="ADAL" clId="{A5EF7C59-18D6-4C0E-BC4B-0B0C3E9E9E2C}" dt="2025-10-23T07:55:41.102" v="1" actId="20577"/>
          <ac:spMkLst>
            <pc:docMk/>
            <pc:sldMk cId="848277181" sldId="266"/>
            <ac:spMk id="2" creationId="{A4CA33D0-A2F5-49D6-833F-C677390546EB}"/>
          </ac:spMkLst>
        </pc:spChg>
        <pc:spChg chg="mod">
          <ac:chgData name="Jhonatan Giraldo Cardona" userId="a53f930c-eccf-4fde-b0e6-d4b418d64efc" providerId="ADAL" clId="{A5EF7C59-18D6-4C0E-BC4B-0B0C3E9E9E2C}" dt="2025-10-23T07:56:00.292" v="3" actId="6549"/>
          <ac:spMkLst>
            <pc:docMk/>
            <pc:sldMk cId="848277181" sldId="266"/>
            <ac:spMk id="5" creationId="{0F350EF0-BDC8-B0E8-BF77-30683100918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257196680078222E-2"/>
          <c:y val="5.2081605202046431E-2"/>
          <c:w val="0.93349084058899134"/>
          <c:h val="0.89583678959590718"/>
        </c:manualLayout>
      </c:layout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C72-42A8-894B-D1479F3777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 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C72-42A8-894B-D1479F3777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 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C72-42A8-894B-D1479F3777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8993344"/>
        <c:axId val="488994328"/>
      </c:lineChart>
      <c:catAx>
        <c:axId val="488993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8994328"/>
        <c:crosses val="autoZero"/>
        <c:auto val="1"/>
        <c:lblAlgn val="ctr"/>
        <c:lblOffset val="100"/>
        <c:noMultiLvlLbl val="0"/>
      </c:catAx>
      <c:valAx>
        <c:axId val="48899432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8993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s-ES" noProof="0"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B9A-4998-838E-C3FA8CA0D8E9}"/>
              </c:ext>
            </c:extLst>
          </c:dPt>
          <c:dPt>
            <c:idx val="1"/>
            <c:bubble3D val="0"/>
            <c:explosion val="7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B9A-4998-838E-C3FA8CA0D8E9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B9A-4998-838E-C3FA8CA0D8E9}"/>
              </c:ext>
            </c:extLst>
          </c:dPt>
          <c:dPt>
            <c:idx val="3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B9A-4998-838E-C3FA8CA0D8E9}"/>
              </c:ext>
            </c:extLst>
          </c:dPt>
          <c:cat>
            <c:strRef>
              <c:f>Sheet1!$A$2:$A$5</c:f>
              <c:strCache>
                <c:ptCount val="4"/>
                <c:pt idx="0">
                  <c:v>1.er trimestre</c:v>
                </c:pt>
                <c:pt idx="1">
                  <c:v>2.º trimestre</c:v>
                </c:pt>
                <c:pt idx="2">
                  <c:v>3.er trimestre</c:v>
                </c:pt>
                <c:pt idx="3">
                  <c:v>4.º trimestre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9A-4998-838E-C3FA8CA0D8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56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8113761109256413E-2"/>
                  <c:y val="-7.466839442668048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17A-4A6D-82C6-F825EAA27754}"/>
                </c:ext>
              </c:extLst>
            </c:dLbl>
            <c:dLbl>
              <c:idx val="1"/>
              <c:layout>
                <c:manualLayout>
                  <c:x val="8.5346516767520794E-2"/>
                  <c:y val="-1.12002591640022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17A-4A6D-82C6-F825EAA27754}"/>
                </c:ext>
              </c:extLst>
            </c:dLbl>
            <c:dLbl>
              <c:idx val="2"/>
              <c:layout>
                <c:manualLayout>
                  <c:x val="8.2453414504215103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17A-4A6D-82C6-F825EAA27754}"/>
                </c:ext>
              </c:extLst>
            </c:dLbl>
            <c:dLbl>
              <c:idx val="3"/>
              <c:layout>
                <c:manualLayout>
                  <c:x val="9.1132721294132371E-2"/>
                  <c:y val="-3.733419721334024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17A-4A6D-82C6-F825EAA2775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D9-45B5-B692-B9B8764F91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5220658845950625E-2"/>
                  <c:y val="3.733419721333956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17A-4A6D-82C6-F825EAA27754}"/>
                </c:ext>
              </c:extLst>
            </c:dLbl>
            <c:dLbl>
              <c:idx val="1"/>
              <c:layout>
                <c:manualLayout>
                  <c:x val="8.1006863372562105E-2"/>
                  <c:y val="-6.8445237539232397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17A-4A6D-82C6-F825EAA27754}"/>
                </c:ext>
              </c:extLst>
            </c:dLbl>
            <c:dLbl>
              <c:idx val="2"/>
              <c:layout>
                <c:manualLayout>
                  <c:x val="7.9560312240909314E-2"/>
                  <c:y val="6.8445237539232397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17A-4A6D-82C6-F825EAA27754}"/>
                </c:ext>
              </c:extLst>
            </c:dLbl>
            <c:dLbl>
              <c:idx val="3"/>
              <c:layout>
                <c:manualLayout>
                  <c:x val="8.9686170162479484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17A-4A6D-82C6-F825EAA2775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D9-45B5-B692-B9B8764F919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0881005450991935E-2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17A-4A6D-82C6-F825EAA27754}"/>
                </c:ext>
              </c:extLst>
            </c:dLbl>
            <c:dLbl>
              <c:idx val="1"/>
              <c:layout>
                <c:manualLayout>
                  <c:x val="7.3774107714297668E-2"/>
                  <c:y val="-6.8445237539232397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17A-4A6D-82C6-F825EAA27754}"/>
                </c:ext>
              </c:extLst>
            </c:dLbl>
            <c:dLbl>
              <c:idx val="2"/>
              <c:layout>
                <c:manualLayout>
                  <c:x val="7.2327556582644822E-2"/>
                  <c:y val="-1.120025916400207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17A-4A6D-82C6-F825EAA27754}"/>
                </c:ext>
              </c:extLst>
            </c:dLbl>
            <c:dLbl>
              <c:idx val="3"/>
              <c:layout>
                <c:manualLayout>
                  <c:x val="8.2453414504215214E-2"/>
                  <c:y val="-3.7334197213340584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17A-4A6D-82C6-F825EAA2775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D9-45B5-B692-B9B8764F919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65"/>
        <c:overlap val="100"/>
        <c:axId val="562068496"/>
        <c:axId val="562072104"/>
      </c:barChart>
      <c:catAx>
        <c:axId val="562068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562072104"/>
        <c:crosses val="autoZero"/>
        <c:auto val="1"/>
        <c:lblAlgn val="ctr"/>
        <c:lblOffset val="100"/>
        <c:noMultiLvlLbl val="0"/>
      </c:catAx>
      <c:valAx>
        <c:axId val="5620721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62068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</a:defRPr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D2873B9F-50A0-4622-8B27-9EA7B86E7C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D217B71-78E5-4F1B-8D85-573B8AAD3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0FC64AA-C5FD-4A5C-B4B6-FF958CAD20A3}" type="datetime1">
              <a:rPr lang="es-ES" smtClean="0"/>
              <a:t>23/10/2025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A5D993-102A-4921-A12E-E8E8D0285A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63F94975-3B91-4B9C-9498-7DA766AE14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C10B77D-D561-4A25-8C29-51CAB365AE4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66429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E725720-2609-4E66-A20A-FACA23A87855}" type="datetime1">
              <a:rPr lang="es-ES" noProof="0" smtClean="0"/>
              <a:t>23/10/2025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3DCE8F5-1341-475C-BF40-2E24D91E8058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79931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336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4367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0604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33DCE8F5-1341-475C-BF40-2E24D91E8058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0485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0945AC3A-7D9B-423E-A2BF-B883C9B2D24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"/>
          <a:stretch/>
        </p:blipFill>
        <p:spPr>
          <a:xfrm>
            <a:off x="7801452" y="1"/>
            <a:ext cx="4389120" cy="667512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7524B29-B525-4E47-862B-FD57B403D539}"/>
              </a:ext>
            </a:extLst>
          </p:cNvPr>
          <p:cNvSpPr/>
          <p:nvPr userDrawn="1"/>
        </p:nvSpPr>
        <p:spPr>
          <a:xfrm>
            <a:off x="7804351" y="1"/>
            <a:ext cx="4386221" cy="667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284" y="1"/>
            <a:ext cx="7815636" cy="6677022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dirty="0"/>
              <a:t>Inserte o arrastre y coloque su 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94C333A-735B-44F8-99E4-E73D8172DE35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C69AA83-848B-4DFD-A644-A5D9CEFF95E3}"/>
              </a:ext>
            </a:extLst>
          </p:cNvPr>
          <p:cNvSpPr/>
          <p:nvPr userDrawn="1"/>
        </p:nvSpPr>
        <p:spPr>
          <a:xfrm>
            <a:off x="7804351" y="6678000"/>
            <a:ext cx="4224295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 rtl="0"/>
            <a:endParaRPr lang="es-ES" sz="1000" noProof="1">
              <a:latin typeface="Tw Cen MT" panose="020B0602020104020603" pitchFamily="34" charset="0"/>
            </a:endParaRPr>
          </a:p>
        </p:txBody>
      </p:sp>
      <p:sp>
        <p:nvSpPr>
          <p:cNvPr id="15" name="Marcador de número de diapositiva 5">
            <a:extLst>
              <a:ext uri="{FF2B5EF4-FFF2-40B4-BE49-F238E27FC236}">
                <a16:creationId xmlns:a16="http://schemas.microsoft.com/office/drawing/2014/main" id="{42880EF2-ACF9-4D66-99FF-99CB3F61BE99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962149"/>
            <a:ext cx="3759807" cy="1547813"/>
          </a:xfrm>
        </p:spPr>
        <p:txBody>
          <a:bodyPr rtlCol="0"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3391" y="3602038"/>
            <a:ext cx="3756943" cy="722312"/>
          </a:xfrm>
        </p:spPr>
        <p:txBody>
          <a:bodyPr rtlCol="0"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/>
              <a:t>Haga clic para modificar el estilo de subtítulo del patrón</a:t>
            </a:r>
            <a:endParaRPr lang="es-ES" dirty="0"/>
          </a:p>
        </p:txBody>
      </p:sp>
      <p:sp>
        <p:nvSpPr>
          <p:cNvPr id="7" name="Gráfico 11">
            <a:extLst>
              <a:ext uri="{FF2B5EF4-FFF2-40B4-BE49-F238E27FC236}">
                <a16:creationId xmlns:a16="http://schemas.microsoft.com/office/drawing/2014/main" id="{54BAE1D8-3DF8-48CA-92C4-2E2064E4A3C5}"/>
              </a:ext>
            </a:extLst>
          </p:cNvPr>
          <p:cNvSpPr/>
          <p:nvPr userDrawn="1"/>
        </p:nvSpPr>
        <p:spPr>
          <a:xfrm>
            <a:off x="8776606" y="3981146"/>
            <a:ext cx="3413965" cy="2695876"/>
          </a:xfrm>
          <a:custGeom>
            <a:avLst/>
            <a:gdLst>
              <a:gd name="connsiteX0" fmla="*/ 4121944 w 4124325"/>
              <a:gd name="connsiteY0" fmla="*/ 1555076 h 3257550"/>
              <a:gd name="connsiteX1" fmla="*/ 4118134 w 4124325"/>
              <a:gd name="connsiteY1" fmla="*/ 1533169 h 3257550"/>
              <a:gd name="connsiteX2" fmla="*/ 2782729 w 4124325"/>
              <a:gd name="connsiteY2" fmla="*/ 39649 h 3257550"/>
              <a:gd name="connsiteX3" fmla="*/ 2108359 w 4124325"/>
              <a:gd name="connsiteY3" fmla="*/ 2436139 h 3257550"/>
              <a:gd name="connsiteX4" fmla="*/ 1262539 w 4124325"/>
              <a:gd name="connsiteY4" fmla="*/ 1310284 h 3257550"/>
              <a:gd name="connsiteX5" fmla="*/ 717709 w 4124325"/>
              <a:gd name="connsiteY5" fmla="*/ 2358986 h 3257550"/>
              <a:gd name="connsiteX6" fmla="*/ 7144 w 4124325"/>
              <a:gd name="connsiteY6" fmla="*/ 3257194 h 3257550"/>
              <a:gd name="connsiteX7" fmla="*/ 4075271 w 4124325"/>
              <a:gd name="connsiteY7" fmla="*/ 3257194 h 3257550"/>
              <a:gd name="connsiteX8" fmla="*/ 4122896 w 4124325"/>
              <a:gd name="connsiteY8" fmla="*/ 3201949 h 3257550"/>
              <a:gd name="connsiteX9" fmla="*/ 4122896 w 4124325"/>
              <a:gd name="connsiteY9" fmla="*/ 1555076 h 3257550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068127 w 4207192"/>
              <a:gd name="connsiteY9" fmla="*/ 3250050 h 3286245"/>
              <a:gd name="connsiteX10" fmla="*/ 4207192 w 4207192"/>
              <a:gd name="connsiteY10" fmla="*/ 3286245 h 3286245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207192 w 4207192"/>
              <a:gd name="connsiteY9" fmla="*/ 3286245 h 3286245"/>
              <a:gd name="connsiteX0" fmla="*/ 4115752 w 4115752"/>
              <a:gd name="connsiteY0" fmla="*/ 3194805 h 3250050"/>
              <a:gd name="connsiteX1" fmla="*/ 4115752 w 4115752"/>
              <a:gd name="connsiteY1" fmla="*/ 1547932 h 3250050"/>
              <a:gd name="connsiteX2" fmla="*/ 4114800 w 4115752"/>
              <a:gd name="connsiteY2" fmla="*/ 1547932 h 3250050"/>
              <a:gd name="connsiteX3" fmla="*/ 4110990 w 4115752"/>
              <a:gd name="connsiteY3" fmla="*/ 1526025 h 3250050"/>
              <a:gd name="connsiteX4" fmla="*/ 2775585 w 4115752"/>
              <a:gd name="connsiteY4" fmla="*/ 32505 h 3250050"/>
              <a:gd name="connsiteX5" fmla="*/ 2101215 w 4115752"/>
              <a:gd name="connsiteY5" fmla="*/ 2428995 h 3250050"/>
              <a:gd name="connsiteX6" fmla="*/ 1255395 w 4115752"/>
              <a:gd name="connsiteY6" fmla="*/ 1303140 h 3250050"/>
              <a:gd name="connsiteX7" fmla="*/ 710565 w 4115752"/>
              <a:gd name="connsiteY7" fmla="*/ 2351842 h 3250050"/>
              <a:gd name="connsiteX8" fmla="*/ 0 w 4115752"/>
              <a:gd name="connsiteY8" fmla="*/ 3250050 h 3250050"/>
              <a:gd name="connsiteX0" fmla="*/ 4115752 w 4115752"/>
              <a:gd name="connsiteY0" fmla="*/ 1547932 h 3250050"/>
              <a:gd name="connsiteX1" fmla="*/ 4114800 w 4115752"/>
              <a:gd name="connsiteY1" fmla="*/ 1547932 h 3250050"/>
              <a:gd name="connsiteX2" fmla="*/ 4110990 w 4115752"/>
              <a:gd name="connsiteY2" fmla="*/ 1526025 h 3250050"/>
              <a:gd name="connsiteX3" fmla="*/ 2775585 w 4115752"/>
              <a:gd name="connsiteY3" fmla="*/ 32505 h 3250050"/>
              <a:gd name="connsiteX4" fmla="*/ 2101215 w 4115752"/>
              <a:gd name="connsiteY4" fmla="*/ 2428995 h 3250050"/>
              <a:gd name="connsiteX5" fmla="*/ 1255395 w 4115752"/>
              <a:gd name="connsiteY5" fmla="*/ 1303140 h 3250050"/>
              <a:gd name="connsiteX6" fmla="*/ 710565 w 4115752"/>
              <a:gd name="connsiteY6" fmla="*/ 2351842 h 3250050"/>
              <a:gd name="connsiteX7" fmla="*/ 0 w 4115752"/>
              <a:gd name="connsiteY7" fmla="*/ 3250050 h 325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5752" h="3250050">
                <a:moveTo>
                  <a:pt x="4115752" y="1547932"/>
                </a:moveTo>
                <a:lnTo>
                  <a:pt x="4114800" y="1547932"/>
                </a:lnTo>
                <a:cubicBezTo>
                  <a:pt x="4114800" y="1540312"/>
                  <a:pt x="4113847" y="1532692"/>
                  <a:pt x="4110990" y="1526025"/>
                </a:cubicBezTo>
                <a:cubicBezTo>
                  <a:pt x="4060507" y="1391722"/>
                  <a:pt x="3224212" y="-249435"/>
                  <a:pt x="2775585" y="32505"/>
                </a:cubicBezTo>
                <a:cubicBezTo>
                  <a:pt x="2375535" y="283965"/>
                  <a:pt x="2629852" y="2428995"/>
                  <a:pt x="2101215" y="2428995"/>
                </a:cubicBezTo>
                <a:cubicBezTo>
                  <a:pt x="1784985" y="2428995"/>
                  <a:pt x="1670685" y="1303140"/>
                  <a:pt x="1255395" y="1303140"/>
                </a:cubicBezTo>
                <a:cubicBezTo>
                  <a:pt x="1037272" y="1303140"/>
                  <a:pt x="710565" y="1554600"/>
                  <a:pt x="710565" y="2351842"/>
                </a:cubicBezTo>
                <a:cubicBezTo>
                  <a:pt x="710565" y="3149085"/>
                  <a:pt x="0" y="3250050"/>
                  <a:pt x="0" y="3250050"/>
                </a:cubicBez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tlCol="0" anchor="ctr"/>
          <a:lstStyle/>
          <a:p>
            <a:pPr rtl="0"/>
            <a:endParaRPr lang="es-ES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74E860F-437F-442E-898C-244A0DD5D765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9FB83C35-D975-48B4-8E79-AB7A1A80DF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99832" cy="667512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DD7E187E-6082-49C3-B795-CC4321FE39F8}"/>
              </a:ext>
            </a:extLst>
          </p:cNvPr>
          <p:cNvSpPr/>
          <p:nvPr userDrawn="1"/>
        </p:nvSpPr>
        <p:spPr>
          <a:xfrm>
            <a:off x="6671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8FBFF6A8-5ABD-4191-81E4-C9F86380A5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 dirty="0"/>
              <a:t>Inserte o arrastre y coloque su imagen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27D1E-1708-4D17-AB85-058EE0C347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gradFill>
            <a:gsLst>
              <a:gs pos="82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</a:gradFill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529A18-E6EB-4081-B804-B2FCF5287D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 rtlCol="0"/>
          <a:lstStyle/>
          <a:p>
            <a:pPr rtl="0"/>
            <a:fld id="{058DB212-BFA2-403F-85EF-DFD3FF6D973A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834" y="2481141"/>
            <a:ext cx="3759807" cy="1547813"/>
          </a:xfrm>
        </p:spPr>
        <p:txBody>
          <a:bodyPr rtlCol="0"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3CDBDF0B-F377-47FD-9DA1-C3BDA7C1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3" y="4220102"/>
            <a:ext cx="3756943" cy="722312"/>
          </a:xfrm>
        </p:spPr>
        <p:txBody>
          <a:bodyPr rtlCol="0"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18" name="Gráfico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/>
        </p:nvSpPr>
        <p:spPr>
          <a:xfrm flipH="1">
            <a:off x="-1428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11E4563-E2FC-4D6F-B759-AB4FB77D2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7799832" cy="667512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92FE8913-A018-418C-99FB-2DF342B9B5A0}"/>
              </a:ext>
            </a:extLst>
          </p:cNvPr>
          <p:cNvSpPr/>
          <p:nvPr userDrawn="1"/>
        </p:nvSpPr>
        <p:spPr>
          <a:xfrm>
            <a:off x="0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5" name="Marcador de posición de imagen 9">
            <a:extLst>
              <a:ext uri="{FF2B5EF4-FFF2-40B4-BE49-F238E27FC236}">
                <a16:creationId xmlns:a16="http://schemas.microsoft.com/office/drawing/2014/main" id="{AF7702AD-1968-4CE6-BC7C-02C063706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dirty="0"/>
              <a:t>Inserte o arrastre y coloque su imagen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862" y="3032684"/>
            <a:ext cx="3759807" cy="1547813"/>
          </a:xfrm>
        </p:spPr>
        <p:txBody>
          <a:bodyPr rtlCol="0" anchor="b"/>
          <a:lstStyle>
            <a:lvl1pPr algn="l">
              <a:lnSpc>
                <a:spcPts val="4000"/>
              </a:lnSpc>
              <a:defRPr sz="6600" spc="-15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dirty="0"/>
              <a:t>Gracias</a:t>
            </a:r>
          </a:p>
        </p:txBody>
      </p:sp>
      <p:sp>
        <p:nvSpPr>
          <p:cNvPr id="18" name="Gráfico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 userDrawn="1"/>
        </p:nvSpPr>
        <p:spPr>
          <a:xfrm>
            <a:off x="1774391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rtl="0"/>
            <a:endParaRPr lang="es-ES" dirty="0"/>
          </a:p>
        </p:txBody>
      </p:sp>
      <p:sp>
        <p:nvSpPr>
          <p:cNvPr id="15" name="Nombre">
            <a:extLst>
              <a:ext uri="{FF2B5EF4-FFF2-40B4-BE49-F238E27FC236}">
                <a16:creationId xmlns:a16="http://schemas.microsoft.com/office/drawing/2014/main" id="{B8C48821-0D90-416C-873E-50587E8A0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861" y="4741677"/>
            <a:ext cx="3756943" cy="252000"/>
          </a:xfrm>
        </p:spPr>
        <p:txBody>
          <a:bodyPr rtlCol="0" anchor="ctr"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dirty="0"/>
              <a:t>Nombre</a:t>
            </a:r>
          </a:p>
        </p:txBody>
      </p:sp>
      <p:sp>
        <p:nvSpPr>
          <p:cNvPr id="16" name="Correo electrónico">
            <a:extLst>
              <a:ext uri="{FF2B5EF4-FFF2-40B4-BE49-F238E27FC236}">
                <a16:creationId xmlns:a16="http://schemas.microsoft.com/office/drawing/2014/main" id="{42450180-8D19-405E-97F0-2A309B58D0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8990" y="5147137"/>
            <a:ext cx="3462814" cy="252000"/>
          </a:xfrm>
        </p:spPr>
        <p:txBody>
          <a:bodyPr rtlCol="0"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 dirty="0"/>
              <a:t>Correo electrónico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837F23B-0C4D-4D27-BF83-0B10D1CFFDCD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39551A1-FBAD-4CC8-AA99-F9F4D4281782}"/>
              </a:ext>
            </a:extLst>
          </p:cNvPr>
          <p:cNvSpPr/>
          <p:nvPr userDrawn="1"/>
        </p:nvSpPr>
        <p:spPr>
          <a:xfrm>
            <a:off x="7804351" y="6678000"/>
            <a:ext cx="4224296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 rtl="0"/>
            <a:endParaRPr lang="es-ES" sz="1000" noProof="1">
              <a:latin typeface="Tw Cen MT" panose="020B0602020104020603" pitchFamily="34" charset="0"/>
            </a:endParaRPr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5F695C6B-DBEE-447E-B106-7351E00BD0AF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es-ES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A38929-6316-4332-83F8-9E95386C7C42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747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8" name="Subtítulo">
            <a:extLst>
              <a:ext uri="{FF2B5EF4-FFF2-40B4-BE49-F238E27FC236}">
                <a16:creationId xmlns:a16="http://schemas.microsoft.com/office/drawing/2014/main" id="{5302A3D4-CF60-41AF-924C-B30D3FD997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 rtlCol="0"/>
          <a:lstStyle>
            <a:lvl1pPr marL="0" indent="0">
              <a:buNone/>
              <a:defRPr sz="2100"/>
            </a:lvl1pPr>
          </a:lstStyle>
          <a:p>
            <a:pPr lvl="0" rtl="0"/>
            <a:r>
              <a:rPr lang="es-ES" noProof="0" dirty="0"/>
              <a:t>Subtítulo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E0E8FCF-8FC7-49D2-9516-7662294E35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Agregue un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216208B4-CFD5-4FAE-9519-74EFAC0B03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058DB212-BFA2-403F-85EF-DFD3FF6D973A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BE99CE02-8616-40B2-85FF-B06E192752AB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E3DF8E0-6324-45B7-8B0A-24383EF1B915}"/>
              </a:ext>
            </a:extLst>
          </p:cNvPr>
          <p:cNvSpPr/>
          <p:nvPr userDrawn="1"/>
        </p:nvSpPr>
        <p:spPr>
          <a:xfrm>
            <a:off x="7804351" y="6678000"/>
            <a:ext cx="3789833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 rtl="0"/>
            <a:r>
              <a:rPr lang="es-ES" sz="1000" noProof="1">
                <a:latin typeface="+mn-lt"/>
              </a:rPr>
              <a:t>Pedro Armijo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A9E718F-2F10-41F1-8E9F-18DD53EF065F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rtl="0"/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11473200" cy="48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s-ES" dirty="0"/>
              <a:t>Haga clic para modificar los estilos de texto del patrón</a:t>
            </a:r>
          </a:p>
          <a:p>
            <a:pPr lvl="1" rtl="0"/>
            <a:r>
              <a:rPr lang="es-ES" dirty="0"/>
              <a:t>Segundo nivel</a:t>
            </a:r>
          </a:p>
          <a:p>
            <a:pPr lvl="2" rtl="0"/>
            <a:r>
              <a:rPr lang="es-ES" dirty="0"/>
              <a:t>Tercer nivel</a:t>
            </a:r>
          </a:p>
          <a:p>
            <a:pPr lvl="3" rtl="0"/>
            <a:r>
              <a:rPr lang="es-ES" dirty="0"/>
              <a:t>Cuarto nivel</a:t>
            </a:r>
          </a:p>
          <a:p>
            <a:pPr lvl="4" rtl="0"/>
            <a:r>
              <a:rPr lang="es-ES" dirty="0"/>
              <a:t>Quinto nivel</a:t>
            </a: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  <a:gradFill>
            <a:gsLst>
              <a:gs pos="8200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0"/>
          </a:gradFill>
        </p:spPr>
        <p:txBody>
          <a:bodyPr vert="horz" lIns="3600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4400" y="6678000"/>
            <a:ext cx="597600" cy="144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</a:gradFill>
        </p:spPr>
        <p:txBody>
          <a:bodyPr vert="horz" lIns="0" tIns="0" rIns="72000" bIns="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058DB212-BFA2-403F-85EF-DFD3FF6D973A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4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643975"/>
            <a:ext cx="3759807" cy="1865988"/>
          </a:xfrm>
        </p:spPr>
        <p:txBody>
          <a:bodyPr rtlCol="0"/>
          <a:lstStyle/>
          <a:p>
            <a:pPr rtl="0"/>
            <a:r>
              <a:rPr lang="es-ES" dirty="0"/>
              <a:t>Título de la portada de la presentación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noProof="1"/>
              <a:t>ipsum dolor sit amet, consectetur adipiscing elit.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1B17638D-56AE-48AD-96C8-EE46229C7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áfico 8" descr="contorno de radar espacial">
            <a:extLst>
              <a:ext uri="{FF2B5EF4-FFF2-40B4-BE49-F238E27FC236}">
                <a16:creationId xmlns:a16="http://schemas.microsoft.com/office/drawing/2014/main" id="{52C1AEF9-C750-45F9-AD02-5447187F5716}"/>
              </a:ext>
            </a:extLst>
          </p:cNvPr>
          <p:cNvSpPr/>
          <p:nvPr/>
        </p:nvSpPr>
        <p:spPr>
          <a:xfrm rot="16731500">
            <a:off x="10654807" y="4433342"/>
            <a:ext cx="238125" cy="238125"/>
          </a:xfrm>
          <a:custGeom>
            <a:avLst/>
            <a:gdLst>
              <a:gd name="connsiteX0" fmla="*/ 145256 w 238125"/>
              <a:gd name="connsiteY0" fmla="*/ 159538 h 238125"/>
              <a:gd name="connsiteX1" fmla="*/ 150019 w 238125"/>
              <a:gd name="connsiteY1" fmla="*/ 154775 h 238125"/>
              <a:gd name="connsiteX2" fmla="*/ 150019 w 238125"/>
              <a:gd name="connsiteY2" fmla="*/ 145250 h 238125"/>
              <a:gd name="connsiteX3" fmla="*/ 145256 w 238125"/>
              <a:gd name="connsiteY3" fmla="*/ 140488 h 238125"/>
              <a:gd name="connsiteX4" fmla="*/ 140494 w 238125"/>
              <a:gd name="connsiteY4" fmla="*/ 145250 h 238125"/>
              <a:gd name="connsiteX5" fmla="*/ 140494 w 238125"/>
              <a:gd name="connsiteY5" fmla="*/ 154775 h 238125"/>
              <a:gd name="connsiteX6" fmla="*/ 145256 w 238125"/>
              <a:gd name="connsiteY6" fmla="*/ 159538 h 238125"/>
              <a:gd name="connsiteX7" fmla="*/ 234353 w 238125"/>
              <a:gd name="connsiteY7" fmla="*/ 122828 h 238125"/>
              <a:gd name="connsiteX8" fmla="*/ 196253 w 238125"/>
              <a:gd name="connsiteY8" fmla="*/ 84728 h 238125"/>
              <a:gd name="connsiteX9" fmla="*/ 192881 w 238125"/>
              <a:gd name="connsiteY9" fmla="*/ 83338 h 238125"/>
              <a:gd name="connsiteX10" fmla="*/ 97631 w 238125"/>
              <a:gd name="connsiteY10" fmla="*/ 83338 h 238125"/>
              <a:gd name="connsiteX11" fmla="*/ 93231 w 238125"/>
              <a:gd name="connsiteY11" fmla="*/ 86281 h 238125"/>
              <a:gd name="connsiteX12" fmla="*/ 94259 w 238125"/>
              <a:gd name="connsiteY12" fmla="*/ 91472 h 238125"/>
              <a:gd name="connsiteX13" fmla="*/ 114700 w 238125"/>
              <a:gd name="connsiteY13" fmla="*/ 111913 h 238125"/>
              <a:gd name="connsiteX14" fmla="*/ 73819 w 238125"/>
              <a:gd name="connsiteY14" fmla="*/ 111913 h 238125"/>
              <a:gd name="connsiteX15" fmla="*/ 73819 w 238125"/>
              <a:gd name="connsiteY15" fmla="*/ 45238 h 238125"/>
              <a:gd name="connsiteX16" fmla="*/ 88106 w 238125"/>
              <a:gd name="connsiteY16" fmla="*/ 45238 h 238125"/>
              <a:gd name="connsiteX17" fmla="*/ 92869 w 238125"/>
              <a:gd name="connsiteY17" fmla="*/ 40475 h 238125"/>
              <a:gd name="connsiteX18" fmla="*/ 92869 w 238125"/>
              <a:gd name="connsiteY18" fmla="*/ 21425 h 238125"/>
              <a:gd name="connsiteX19" fmla="*/ 88887 w 238125"/>
              <a:gd name="connsiteY19" fmla="*/ 16729 h 238125"/>
              <a:gd name="connsiteX20" fmla="*/ 31737 w 238125"/>
              <a:gd name="connsiteY20" fmla="*/ 7204 h 238125"/>
              <a:gd name="connsiteX21" fmla="*/ 27880 w 238125"/>
              <a:gd name="connsiteY21" fmla="*/ 8271 h 238125"/>
              <a:gd name="connsiteX22" fmla="*/ 26194 w 238125"/>
              <a:gd name="connsiteY22" fmla="*/ 11900 h 238125"/>
              <a:gd name="connsiteX23" fmla="*/ 26194 w 238125"/>
              <a:gd name="connsiteY23" fmla="*/ 40475 h 238125"/>
              <a:gd name="connsiteX24" fmla="*/ 30956 w 238125"/>
              <a:gd name="connsiteY24" fmla="*/ 45238 h 238125"/>
              <a:gd name="connsiteX25" fmla="*/ 64294 w 238125"/>
              <a:gd name="connsiteY25" fmla="*/ 45238 h 238125"/>
              <a:gd name="connsiteX26" fmla="*/ 64294 w 238125"/>
              <a:gd name="connsiteY26" fmla="*/ 111913 h 238125"/>
              <a:gd name="connsiteX27" fmla="*/ 40481 w 238125"/>
              <a:gd name="connsiteY27" fmla="*/ 111913 h 238125"/>
              <a:gd name="connsiteX28" fmla="*/ 26194 w 238125"/>
              <a:gd name="connsiteY28" fmla="*/ 126200 h 238125"/>
              <a:gd name="connsiteX29" fmla="*/ 26194 w 238125"/>
              <a:gd name="connsiteY29" fmla="*/ 164300 h 238125"/>
              <a:gd name="connsiteX30" fmla="*/ 40481 w 238125"/>
              <a:gd name="connsiteY30" fmla="*/ 178588 h 238125"/>
              <a:gd name="connsiteX31" fmla="*/ 76610 w 238125"/>
              <a:gd name="connsiteY31" fmla="*/ 178588 h 238125"/>
              <a:gd name="connsiteX32" fmla="*/ 52769 w 238125"/>
              <a:gd name="connsiteY32" fmla="*/ 202429 h 238125"/>
              <a:gd name="connsiteX33" fmla="*/ 30956 w 238125"/>
              <a:gd name="connsiteY33" fmla="*/ 188113 h 238125"/>
              <a:gd name="connsiteX34" fmla="*/ 7144 w 238125"/>
              <a:gd name="connsiteY34" fmla="*/ 211925 h 238125"/>
              <a:gd name="connsiteX35" fmla="*/ 30956 w 238125"/>
              <a:gd name="connsiteY35" fmla="*/ 235738 h 238125"/>
              <a:gd name="connsiteX36" fmla="*/ 54550 w 238125"/>
              <a:gd name="connsiteY36" fmla="*/ 214116 h 238125"/>
              <a:gd name="connsiteX37" fmla="*/ 90078 w 238125"/>
              <a:gd name="connsiteY37" fmla="*/ 178588 h 238125"/>
              <a:gd name="connsiteX38" fmla="*/ 111919 w 238125"/>
              <a:gd name="connsiteY38" fmla="*/ 178588 h 238125"/>
              <a:gd name="connsiteX39" fmla="*/ 111919 w 238125"/>
              <a:gd name="connsiteY39" fmla="*/ 188598 h 238125"/>
              <a:gd name="connsiteX40" fmla="*/ 92869 w 238125"/>
              <a:gd name="connsiteY40" fmla="*/ 211925 h 238125"/>
              <a:gd name="connsiteX41" fmla="*/ 116681 w 238125"/>
              <a:gd name="connsiteY41" fmla="*/ 235738 h 238125"/>
              <a:gd name="connsiteX42" fmla="*/ 140494 w 238125"/>
              <a:gd name="connsiteY42" fmla="*/ 211925 h 238125"/>
              <a:gd name="connsiteX43" fmla="*/ 121444 w 238125"/>
              <a:gd name="connsiteY43" fmla="*/ 188598 h 238125"/>
              <a:gd name="connsiteX44" fmla="*/ 121444 w 238125"/>
              <a:gd name="connsiteY44" fmla="*/ 178588 h 238125"/>
              <a:gd name="connsiteX45" fmla="*/ 143275 w 238125"/>
              <a:gd name="connsiteY45" fmla="*/ 178588 h 238125"/>
              <a:gd name="connsiteX46" fmla="*/ 178813 w 238125"/>
              <a:gd name="connsiteY46" fmla="*/ 214125 h 238125"/>
              <a:gd name="connsiteX47" fmla="*/ 202406 w 238125"/>
              <a:gd name="connsiteY47" fmla="*/ 235738 h 238125"/>
              <a:gd name="connsiteX48" fmla="*/ 226219 w 238125"/>
              <a:gd name="connsiteY48" fmla="*/ 211925 h 238125"/>
              <a:gd name="connsiteX49" fmla="*/ 202406 w 238125"/>
              <a:gd name="connsiteY49" fmla="*/ 188113 h 238125"/>
              <a:gd name="connsiteX50" fmla="*/ 180594 w 238125"/>
              <a:gd name="connsiteY50" fmla="*/ 202438 h 238125"/>
              <a:gd name="connsiteX51" fmla="*/ 156743 w 238125"/>
              <a:gd name="connsiteY51" fmla="*/ 178588 h 238125"/>
              <a:gd name="connsiteX52" fmla="*/ 192881 w 238125"/>
              <a:gd name="connsiteY52" fmla="*/ 178588 h 238125"/>
              <a:gd name="connsiteX53" fmla="*/ 207169 w 238125"/>
              <a:gd name="connsiteY53" fmla="*/ 164300 h 238125"/>
              <a:gd name="connsiteX54" fmla="*/ 207169 w 238125"/>
              <a:gd name="connsiteY54" fmla="*/ 130963 h 238125"/>
              <a:gd name="connsiteX55" fmla="*/ 230981 w 238125"/>
              <a:gd name="connsiteY55" fmla="*/ 130963 h 238125"/>
              <a:gd name="connsiteX56" fmla="*/ 235382 w 238125"/>
              <a:gd name="connsiteY56" fmla="*/ 128019 h 238125"/>
              <a:gd name="connsiteX57" fmla="*/ 234353 w 238125"/>
              <a:gd name="connsiteY57" fmla="*/ 122828 h 238125"/>
              <a:gd name="connsiteX58" fmla="*/ 45244 w 238125"/>
              <a:gd name="connsiteY58" fmla="*/ 211935 h 238125"/>
              <a:gd name="connsiteX59" fmla="*/ 30956 w 238125"/>
              <a:gd name="connsiteY59" fmla="*/ 226213 h 238125"/>
              <a:gd name="connsiteX60" fmla="*/ 16669 w 238125"/>
              <a:gd name="connsiteY60" fmla="*/ 211925 h 238125"/>
              <a:gd name="connsiteX61" fmla="*/ 30956 w 238125"/>
              <a:gd name="connsiteY61" fmla="*/ 197638 h 238125"/>
              <a:gd name="connsiteX62" fmla="*/ 45244 w 238125"/>
              <a:gd name="connsiteY62" fmla="*/ 211925 h 238125"/>
              <a:gd name="connsiteX63" fmla="*/ 45244 w 238125"/>
              <a:gd name="connsiteY63" fmla="*/ 211935 h 238125"/>
              <a:gd name="connsiteX64" fmla="*/ 202406 w 238125"/>
              <a:gd name="connsiteY64" fmla="*/ 197638 h 238125"/>
              <a:gd name="connsiteX65" fmla="*/ 216694 w 238125"/>
              <a:gd name="connsiteY65" fmla="*/ 211925 h 238125"/>
              <a:gd name="connsiteX66" fmla="*/ 202406 w 238125"/>
              <a:gd name="connsiteY66" fmla="*/ 226213 h 238125"/>
              <a:gd name="connsiteX67" fmla="*/ 188119 w 238125"/>
              <a:gd name="connsiteY67" fmla="*/ 211925 h 238125"/>
              <a:gd name="connsiteX68" fmla="*/ 202406 w 238125"/>
              <a:gd name="connsiteY68" fmla="*/ 197638 h 238125"/>
              <a:gd name="connsiteX69" fmla="*/ 109128 w 238125"/>
              <a:gd name="connsiteY69" fmla="*/ 92863 h 238125"/>
              <a:gd name="connsiteX70" fmla="*/ 143275 w 238125"/>
              <a:gd name="connsiteY70" fmla="*/ 92863 h 238125"/>
              <a:gd name="connsiteX71" fmla="*/ 171850 w 238125"/>
              <a:gd name="connsiteY71" fmla="*/ 121438 h 238125"/>
              <a:gd name="connsiteX72" fmla="*/ 137703 w 238125"/>
              <a:gd name="connsiteY72" fmla="*/ 121438 h 238125"/>
              <a:gd name="connsiteX73" fmla="*/ 109128 w 238125"/>
              <a:gd name="connsiteY73" fmla="*/ 92863 h 238125"/>
              <a:gd name="connsiteX74" fmla="*/ 35719 w 238125"/>
              <a:gd name="connsiteY74" fmla="*/ 35713 h 238125"/>
              <a:gd name="connsiteX75" fmla="*/ 35719 w 238125"/>
              <a:gd name="connsiteY75" fmla="*/ 17520 h 238125"/>
              <a:gd name="connsiteX76" fmla="*/ 83344 w 238125"/>
              <a:gd name="connsiteY76" fmla="*/ 25454 h 238125"/>
              <a:gd name="connsiteX77" fmla="*/ 83344 w 238125"/>
              <a:gd name="connsiteY77" fmla="*/ 35713 h 238125"/>
              <a:gd name="connsiteX78" fmla="*/ 35719 w 238125"/>
              <a:gd name="connsiteY78" fmla="*/ 35713 h 238125"/>
              <a:gd name="connsiteX79" fmla="*/ 130969 w 238125"/>
              <a:gd name="connsiteY79" fmla="*/ 211925 h 238125"/>
              <a:gd name="connsiteX80" fmla="*/ 116681 w 238125"/>
              <a:gd name="connsiteY80" fmla="*/ 226213 h 238125"/>
              <a:gd name="connsiteX81" fmla="*/ 102394 w 238125"/>
              <a:gd name="connsiteY81" fmla="*/ 211925 h 238125"/>
              <a:gd name="connsiteX82" fmla="*/ 116681 w 238125"/>
              <a:gd name="connsiteY82" fmla="*/ 197638 h 238125"/>
              <a:gd name="connsiteX83" fmla="*/ 130969 w 238125"/>
              <a:gd name="connsiteY83" fmla="*/ 211925 h 238125"/>
              <a:gd name="connsiteX84" fmla="*/ 197644 w 238125"/>
              <a:gd name="connsiteY84" fmla="*/ 164300 h 238125"/>
              <a:gd name="connsiteX85" fmla="*/ 192881 w 238125"/>
              <a:gd name="connsiteY85" fmla="*/ 169063 h 238125"/>
              <a:gd name="connsiteX86" fmla="*/ 40481 w 238125"/>
              <a:gd name="connsiteY86" fmla="*/ 169063 h 238125"/>
              <a:gd name="connsiteX87" fmla="*/ 35719 w 238125"/>
              <a:gd name="connsiteY87" fmla="*/ 164300 h 238125"/>
              <a:gd name="connsiteX88" fmla="*/ 35719 w 238125"/>
              <a:gd name="connsiteY88" fmla="*/ 126200 h 238125"/>
              <a:gd name="connsiteX89" fmla="*/ 40481 w 238125"/>
              <a:gd name="connsiteY89" fmla="*/ 121438 h 238125"/>
              <a:gd name="connsiteX90" fmla="*/ 124225 w 238125"/>
              <a:gd name="connsiteY90" fmla="*/ 121438 h 238125"/>
              <a:gd name="connsiteX91" fmla="*/ 132359 w 238125"/>
              <a:gd name="connsiteY91" fmla="*/ 129572 h 238125"/>
              <a:gd name="connsiteX92" fmla="*/ 135731 w 238125"/>
              <a:gd name="connsiteY92" fmla="*/ 130963 h 238125"/>
              <a:gd name="connsiteX93" fmla="*/ 197644 w 238125"/>
              <a:gd name="connsiteY93" fmla="*/ 130963 h 238125"/>
              <a:gd name="connsiteX94" fmla="*/ 197644 w 238125"/>
              <a:gd name="connsiteY94" fmla="*/ 164300 h 238125"/>
              <a:gd name="connsiteX95" fmla="*/ 185318 w 238125"/>
              <a:gd name="connsiteY95" fmla="*/ 121438 h 238125"/>
              <a:gd name="connsiteX96" fmla="*/ 156743 w 238125"/>
              <a:gd name="connsiteY96" fmla="*/ 92863 h 238125"/>
              <a:gd name="connsiteX97" fmla="*/ 190910 w 238125"/>
              <a:gd name="connsiteY97" fmla="*/ 92863 h 238125"/>
              <a:gd name="connsiteX98" fmla="*/ 219485 w 238125"/>
              <a:gd name="connsiteY98" fmla="*/ 121438 h 238125"/>
              <a:gd name="connsiteX99" fmla="*/ 185318 w 238125"/>
              <a:gd name="connsiteY99" fmla="*/ 121438 h 238125"/>
              <a:gd name="connsiteX100" fmla="*/ 164306 w 238125"/>
              <a:gd name="connsiteY100" fmla="*/ 159538 h 238125"/>
              <a:gd name="connsiteX101" fmla="*/ 169069 w 238125"/>
              <a:gd name="connsiteY101" fmla="*/ 154775 h 238125"/>
              <a:gd name="connsiteX102" fmla="*/ 169069 w 238125"/>
              <a:gd name="connsiteY102" fmla="*/ 145250 h 238125"/>
              <a:gd name="connsiteX103" fmla="*/ 164306 w 238125"/>
              <a:gd name="connsiteY103" fmla="*/ 140488 h 238125"/>
              <a:gd name="connsiteX104" fmla="*/ 159544 w 238125"/>
              <a:gd name="connsiteY104" fmla="*/ 145250 h 238125"/>
              <a:gd name="connsiteX105" fmla="*/ 159544 w 238125"/>
              <a:gd name="connsiteY105" fmla="*/ 154775 h 238125"/>
              <a:gd name="connsiteX106" fmla="*/ 164306 w 238125"/>
              <a:gd name="connsiteY106" fmla="*/ 159538 h 238125"/>
              <a:gd name="connsiteX107" fmla="*/ 78581 w 238125"/>
              <a:gd name="connsiteY107" fmla="*/ 130963 h 238125"/>
              <a:gd name="connsiteX108" fmla="*/ 50006 w 238125"/>
              <a:gd name="connsiteY108" fmla="*/ 130963 h 238125"/>
              <a:gd name="connsiteX109" fmla="*/ 45244 w 238125"/>
              <a:gd name="connsiteY109" fmla="*/ 135725 h 238125"/>
              <a:gd name="connsiteX110" fmla="*/ 45244 w 238125"/>
              <a:gd name="connsiteY110" fmla="*/ 154775 h 238125"/>
              <a:gd name="connsiteX111" fmla="*/ 50006 w 238125"/>
              <a:gd name="connsiteY111" fmla="*/ 159538 h 238125"/>
              <a:gd name="connsiteX112" fmla="*/ 78581 w 238125"/>
              <a:gd name="connsiteY112" fmla="*/ 159538 h 238125"/>
              <a:gd name="connsiteX113" fmla="*/ 83344 w 238125"/>
              <a:gd name="connsiteY113" fmla="*/ 154775 h 238125"/>
              <a:gd name="connsiteX114" fmla="*/ 83344 w 238125"/>
              <a:gd name="connsiteY114" fmla="*/ 135725 h 238125"/>
              <a:gd name="connsiteX115" fmla="*/ 78581 w 238125"/>
              <a:gd name="connsiteY115" fmla="*/ 130963 h 238125"/>
              <a:gd name="connsiteX116" fmla="*/ 73819 w 238125"/>
              <a:gd name="connsiteY116" fmla="*/ 150013 h 238125"/>
              <a:gd name="connsiteX117" fmla="*/ 54769 w 238125"/>
              <a:gd name="connsiteY117" fmla="*/ 150013 h 238125"/>
              <a:gd name="connsiteX118" fmla="*/ 54769 w 238125"/>
              <a:gd name="connsiteY118" fmla="*/ 140488 h 238125"/>
              <a:gd name="connsiteX119" fmla="*/ 73819 w 238125"/>
              <a:gd name="connsiteY119" fmla="*/ 140488 h 238125"/>
              <a:gd name="connsiteX120" fmla="*/ 73819 w 238125"/>
              <a:gd name="connsiteY120" fmla="*/ 150013 h 238125"/>
              <a:gd name="connsiteX121" fmla="*/ 183356 w 238125"/>
              <a:gd name="connsiteY121" fmla="*/ 159538 h 238125"/>
              <a:gd name="connsiteX122" fmla="*/ 188119 w 238125"/>
              <a:gd name="connsiteY122" fmla="*/ 154775 h 238125"/>
              <a:gd name="connsiteX123" fmla="*/ 188119 w 238125"/>
              <a:gd name="connsiteY123" fmla="*/ 145250 h 238125"/>
              <a:gd name="connsiteX124" fmla="*/ 183356 w 238125"/>
              <a:gd name="connsiteY124" fmla="*/ 140488 h 238125"/>
              <a:gd name="connsiteX125" fmla="*/ 178594 w 238125"/>
              <a:gd name="connsiteY125" fmla="*/ 145250 h 238125"/>
              <a:gd name="connsiteX126" fmla="*/ 178594 w 238125"/>
              <a:gd name="connsiteY126" fmla="*/ 154775 h 238125"/>
              <a:gd name="connsiteX127" fmla="*/ 183356 w 238125"/>
              <a:gd name="connsiteY127" fmla="*/ 159538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238125" h="238125">
                <a:moveTo>
                  <a:pt x="145256" y="159538"/>
                </a:moveTo>
                <a:cubicBezTo>
                  <a:pt x="147885" y="159538"/>
                  <a:pt x="150019" y="157404"/>
                  <a:pt x="150019" y="154775"/>
                </a:cubicBezTo>
                <a:lnTo>
                  <a:pt x="150019" y="145250"/>
                </a:lnTo>
                <a:cubicBezTo>
                  <a:pt x="150019" y="142621"/>
                  <a:pt x="147885" y="140488"/>
                  <a:pt x="145256" y="140488"/>
                </a:cubicBezTo>
                <a:cubicBezTo>
                  <a:pt x="142627" y="140488"/>
                  <a:pt x="140494" y="142621"/>
                  <a:pt x="140494" y="145250"/>
                </a:cubicBezTo>
                <a:lnTo>
                  <a:pt x="140494" y="154775"/>
                </a:lnTo>
                <a:cubicBezTo>
                  <a:pt x="140494" y="157404"/>
                  <a:pt x="142627" y="159538"/>
                  <a:pt x="145256" y="159538"/>
                </a:cubicBezTo>
                <a:close/>
                <a:moveTo>
                  <a:pt x="234353" y="122828"/>
                </a:moveTo>
                <a:lnTo>
                  <a:pt x="196253" y="84728"/>
                </a:lnTo>
                <a:cubicBezTo>
                  <a:pt x="195358" y="83842"/>
                  <a:pt x="194148" y="83338"/>
                  <a:pt x="192881" y="83338"/>
                </a:cubicBezTo>
                <a:lnTo>
                  <a:pt x="97631" y="83338"/>
                </a:lnTo>
                <a:cubicBezTo>
                  <a:pt x="95707" y="83338"/>
                  <a:pt x="93964" y="84500"/>
                  <a:pt x="93231" y="86281"/>
                </a:cubicBezTo>
                <a:cubicBezTo>
                  <a:pt x="92488" y="88062"/>
                  <a:pt x="92897" y="90110"/>
                  <a:pt x="94259" y="91472"/>
                </a:cubicBezTo>
                <a:lnTo>
                  <a:pt x="114700" y="111913"/>
                </a:lnTo>
                <a:lnTo>
                  <a:pt x="73819" y="111913"/>
                </a:lnTo>
                <a:lnTo>
                  <a:pt x="73819" y="45238"/>
                </a:lnTo>
                <a:lnTo>
                  <a:pt x="88106" y="45238"/>
                </a:lnTo>
                <a:cubicBezTo>
                  <a:pt x="90735" y="45238"/>
                  <a:pt x="92869" y="43104"/>
                  <a:pt x="92869" y="40475"/>
                </a:cubicBezTo>
                <a:lnTo>
                  <a:pt x="92869" y="21425"/>
                </a:lnTo>
                <a:cubicBezTo>
                  <a:pt x="92869" y="19101"/>
                  <a:pt x="91183" y="17110"/>
                  <a:pt x="88887" y="16729"/>
                </a:cubicBezTo>
                <a:lnTo>
                  <a:pt x="31737" y="7204"/>
                </a:lnTo>
                <a:cubicBezTo>
                  <a:pt x="30375" y="6985"/>
                  <a:pt x="28946" y="7366"/>
                  <a:pt x="27880" y="8271"/>
                </a:cubicBezTo>
                <a:cubicBezTo>
                  <a:pt x="26803" y="9166"/>
                  <a:pt x="26194" y="10500"/>
                  <a:pt x="26194" y="11900"/>
                </a:cubicBezTo>
                <a:lnTo>
                  <a:pt x="26194" y="40475"/>
                </a:lnTo>
                <a:cubicBezTo>
                  <a:pt x="26194" y="43104"/>
                  <a:pt x="28327" y="45238"/>
                  <a:pt x="30956" y="45238"/>
                </a:cubicBezTo>
                <a:lnTo>
                  <a:pt x="64294" y="45238"/>
                </a:lnTo>
                <a:lnTo>
                  <a:pt x="64294" y="111913"/>
                </a:lnTo>
                <a:lnTo>
                  <a:pt x="40481" y="111913"/>
                </a:lnTo>
                <a:cubicBezTo>
                  <a:pt x="32604" y="111913"/>
                  <a:pt x="26194" y="118323"/>
                  <a:pt x="26194" y="126200"/>
                </a:cubicBezTo>
                <a:lnTo>
                  <a:pt x="26194" y="164300"/>
                </a:lnTo>
                <a:cubicBezTo>
                  <a:pt x="26194" y="172177"/>
                  <a:pt x="32604" y="178588"/>
                  <a:pt x="40481" y="178588"/>
                </a:cubicBezTo>
                <a:lnTo>
                  <a:pt x="76610" y="178588"/>
                </a:lnTo>
                <a:lnTo>
                  <a:pt x="52769" y="202429"/>
                </a:lnTo>
                <a:cubicBezTo>
                  <a:pt x="49082" y="194018"/>
                  <a:pt x="40700" y="188113"/>
                  <a:pt x="30956" y="188113"/>
                </a:cubicBezTo>
                <a:cubicBezTo>
                  <a:pt x="17831" y="188113"/>
                  <a:pt x="7144" y="198800"/>
                  <a:pt x="7144" y="211925"/>
                </a:cubicBezTo>
                <a:cubicBezTo>
                  <a:pt x="7144" y="225050"/>
                  <a:pt x="17831" y="235738"/>
                  <a:pt x="30956" y="235738"/>
                </a:cubicBezTo>
                <a:cubicBezTo>
                  <a:pt x="43329" y="235738"/>
                  <a:pt x="53416" y="226203"/>
                  <a:pt x="54550" y="214116"/>
                </a:cubicBezTo>
                <a:lnTo>
                  <a:pt x="90078" y="178588"/>
                </a:lnTo>
                <a:lnTo>
                  <a:pt x="111919" y="178588"/>
                </a:lnTo>
                <a:lnTo>
                  <a:pt x="111919" y="188598"/>
                </a:lnTo>
                <a:cubicBezTo>
                  <a:pt x="101060" y="190808"/>
                  <a:pt x="92869" y="200428"/>
                  <a:pt x="92869" y="211925"/>
                </a:cubicBezTo>
                <a:cubicBezTo>
                  <a:pt x="92869" y="225050"/>
                  <a:pt x="103556" y="235738"/>
                  <a:pt x="116681" y="235738"/>
                </a:cubicBezTo>
                <a:cubicBezTo>
                  <a:pt x="129807" y="235738"/>
                  <a:pt x="140494" y="225050"/>
                  <a:pt x="140494" y="211925"/>
                </a:cubicBezTo>
                <a:cubicBezTo>
                  <a:pt x="140494" y="200428"/>
                  <a:pt x="132293" y="190808"/>
                  <a:pt x="121444" y="188598"/>
                </a:cubicBezTo>
                <a:lnTo>
                  <a:pt x="121444" y="178588"/>
                </a:lnTo>
                <a:lnTo>
                  <a:pt x="143275" y="178588"/>
                </a:lnTo>
                <a:lnTo>
                  <a:pt x="178813" y="214125"/>
                </a:lnTo>
                <a:cubicBezTo>
                  <a:pt x="179946" y="226203"/>
                  <a:pt x="190033" y="235738"/>
                  <a:pt x="202406" y="235738"/>
                </a:cubicBezTo>
                <a:cubicBezTo>
                  <a:pt x="215532" y="235738"/>
                  <a:pt x="226219" y="225050"/>
                  <a:pt x="226219" y="211925"/>
                </a:cubicBezTo>
                <a:cubicBezTo>
                  <a:pt x="226219" y="198800"/>
                  <a:pt x="215532" y="188113"/>
                  <a:pt x="202406" y="188113"/>
                </a:cubicBezTo>
                <a:cubicBezTo>
                  <a:pt x="192653" y="188113"/>
                  <a:pt x="184271" y="194028"/>
                  <a:pt x="180594" y="202438"/>
                </a:cubicBezTo>
                <a:lnTo>
                  <a:pt x="156743" y="178588"/>
                </a:lnTo>
                <a:lnTo>
                  <a:pt x="192881" y="178588"/>
                </a:lnTo>
                <a:cubicBezTo>
                  <a:pt x="200758" y="178588"/>
                  <a:pt x="207169" y="172177"/>
                  <a:pt x="207169" y="164300"/>
                </a:cubicBezTo>
                <a:lnTo>
                  <a:pt x="207169" y="130963"/>
                </a:lnTo>
                <a:lnTo>
                  <a:pt x="230981" y="130963"/>
                </a:lnTo>
                <a:cubicBezTo>
                  <a:pt x="232905" y="130963"/>
                  <a:pt x="234648" y="129800"/>
                  <a:pt x="235382" y="128019"/>
                </a:cubicBezTo>
                <a:cubicBezTo>
                  <a:pt x="236125" y="126238"/>
                  <a:pt x="235715" y="124190"/>
                  <a:pt x="234353" y="122828"/>
                </a:cubicBezTo>
                <a:close/>
                <a:moveTo>
                  <a:pt x="45244" y="211935"/>
                </a:moveTo>
                <a:cubicBezTo>
                  <a:pt x="45234" y="219802"/>
                  <a:pt x="38824" y="226213"/>
                  <a:pt x="30956" y="226213"/>
                </a:cubicBezTo>
                <a:cubicBezTo>
                  <a:pt x="23079" y="226213"/>
                  <a:pt x="16669" y="219802"/>
                  <a:pt x="16669" y="211925"/>
                </a:cubicBezTo>
                <a:cubicBezTo>
                  <a:pt x="16669" y="204048"/>
                  <a:pt x="23079" y="197638"/>
                  <a:pt x="30956" y="197638"/>
                </a:cubicBezTo>
                <a:cubicBezTo>
                  <a:pt x="38833" y="197638"/>
                  <a:pt x="45244" y="204048"/>
                  <a:pt x="45244" y="211925"/>
                </a:cubicBezTo>
                <a:cubicBezTo>
                  <a:pt x="45244" y="211925"/>
                  <a:pt x="45244" y="211925"/>
                  <a:pt x="45244" y="211935"/>
                </a:cubicBezTo>
                <a:close/>
                <a:moveTo>
                  <a:pt x="202406" y="197638"/>
                </a:moveTo>
                <a:cubicBezTo>
                  <a:pt x="210283" y="197638"/>
                  <a:pt x="216694" y="204048"/>
                  <a:pt x="216694" y="211925"/>
                </a:cubicBezTo>
                <a:cubicBezTo>
                  <a:pt x="216694" y="219802"/>
                  <a:pt x="210283" y="226213"/>
                  <a:pt x="202406" y="226213"/>
                </a:cubicBezTo>
                <a:cubicBezTo>
                  <a:pt x="194529" y="226213"/>
                  <a:pt x="188119" y="219802"/>
                  <a:pt x="188119" y="211925"/>
                </a:cubicBezTo>
                <a:cubicBezTo>
                  <a:pt x="188119" y="204048"/>
                  <a:pt x="194529" y="197638"/>
                  <a:pt x="202406" y="197638"/>
                </a:cubicBezTo>
                <a:close/>
                <a:moveTo>
                  <a:pt x="109128" y="92863"/>
                </a:moveTo>
                <a:lnTo>
                  <a:pt x="143275" y="92863"/>
                </a:lnTo>
                <a:lnTo>
                  <a:pt x="171850" y="121438"/>
                </a:lnTo>
                <a:lnTo>
                  <a:pt x="137703" y="121438"/>
                </a:lnTo>
                <a:lnTo>
                  <a:pt x="109128" y="92863"/>
                </a:lnTo>
                <a:close/>
                <a:moveTo>
                  <a:pt x="35719" y="35713"/>
                </a:moveTo>
                <a:lnTo>
                  <a:pt x="35719" y="17520"/>
                </a:lnTo>
                <a:lnTo>
                  <a:pt x="83344" y="25454"/>
                </a:lnTo>
                <a:lnTo>
                  <a:pt x="83344" y="35713"/>
                </a:lnTo>
                <a:lnTo>
                  <a:pt x="35719" y="35713"/>
                </a:lnTo>
                <a:close/>
                <a:moveTo>
                  <a:pt x="130969" y="211925"/>
                </a:moveTo>
                <a:cubicBezTo>
                  <a:pt x="130969" y="219802"/>
                  <a:pt x="124558" y="226213"/>
                  <a:pt x="116681" y="226213"/>
                </a:cubicBezTo>
                <a:cubicBezTo>
                  <a:pt x="108804" y="226213"/>
                  <a:pt x="102394" y="219802"/>
                  <a:pt x="102394" y="211925"/>
                </a:cubicBezTo>
                <a:cubicBezTo>
                  <a:pt x="102394" y="204048"/>
                  <a:pt x="108804" y="197638"/>
                  <a:pt x="116681" y="197638"/>
                </a:cubicBezTo>
                <a:cubicBezTo>
                  <a:pt x="124558" y="197638"/>
                  <a:pt x="130969" y="204048"/>
                  <a:pt x="130969" y="211925"/>
                </a:cubicBezTo>
                <a:close/>
                <a:moveTo>
                  <a:pt x="197644" y="164300"/>
                </a:moveTo>
                <a:cubicBezTo>
                  <a:pt x="197644" y="166929"/>
                  <a:pt x="195510" y="169063"/>
                  <a:pt x="192881" y="169063"/>
                </a:cubicBezTo>
                <a:lnTo>
                  <a:pt x="40481" y="169063"/>
                </a:lnTo>
                <a:cubicBezTo>
                  <a:pt x="37852" y="169063"/>
                  <a:pt x="35719" y="166929"/>
                  <a:pt x="35719" y="164300"/>
                </a:cubicBezTo>
                <a:lnTo>
                  <a:pt x="35719" y="126200"/>
                </a:lnTo>
                <a:cubicBezTo>
                  <a:pt x="35719" y="123571"/>
                  <a:pt x="37852" y="121438"/>
                  <a:pt x="40481" y="121438"/>
                </a:cubicBezTo>
                <a:lnTo>
                  <a:pt x="124225" y="121438"/>
                </a:lnTo>
                <a:lnTo>
                  <a:pt x="132359" y="129572"/>
                </a:lnTo>
                <a:cubicBezTo>
                  <a:pt x="133255" y="130458"/>
                  <a:pt x="134464" y="130963"/>
                  <a:pt x="135731" y="130963"/>
                </a:cubicBezTo>
                <a:lnTo>
                  <a:pt x="197644" y="130963"/>
                </a:lnTo>
                <a:lnTo>
                  <a:pt x="197644" y="164300"/>
                </a:lnTo>
                <a:close/>
                <a:moveTo>
                  <a:pt x="185318" y="121438"/>
                </a:moveTo>
                <a:lnTo>
                  <a:pt x="156743" y="92863"/>
                </a:lnTo>
                <a:lnTo>
                  <a:pt x="190910" y="92863"/>
                </a:lnTo>
                <a:lnTo>
                  <a:pt x="219485" y="121438"/>
                </a:lnTo>
                <a:lnTo>
                  <a:pt x="185318" y="121438"/>
                </a:lnTo>
                <a:close/>
                <a:moveTo>
                  <a:pt x="164306" y="159538"/>
                </a:moveTo>
                <a:cubicBezTo>
                  <a:pt x="166935" y="159538"/>
                  <a:pt x="169069" y="157404"/>
                  <a:pt x="169069" y="154775"/>
                </a:cubicBezTo>
                <a:lnTo>
                  <a:pt x="169069" y="145250"/>
                </a:lnTo>
                <a:cubicBezTo>
                  <a:pt x="169069" y="142621"/>
                  <a:pt x="166935" y="140488"/>
                  <a:pt x="164306" y="140488"/>
                </a:cubicBezTo>
                <a:cubicBezTo>
                  <a:pt x="161677" y="140488"/>
                  <a:pt x="159544" y="142621"/>
                  <a:pt x="159544" y="145250"/>
                </a:cubicBezTo>
                <a:lnTo>
                  <a:pt x="159544" y="154775"/>
                </a:lnTo>
                <a:cubicBezTo>
                  <a:pt x="159544" y="157404"/>
                  <a:pt x="161677" y="159538"/>
                  <a:pt x="164306" y="159538"/>
                </a:cubicBezTo>
                <a:close/>
                <a:moveTo>
                  <a:pt x="78581" y="130963"/>
                </a:moveTo>
                <a:lnTo>
                  <a:pt x="50006" y="130963"/>
                </a:lnTo>
                <a:cubicBezTo>
                  <a:pt x="47377" y="130963"/>
                  <a:pt x="45244" y="133096"/>
                  <a:pt x="45244" y="135725"/>
                </a:cubicBezTo>
                <a:lnTo>
                  <a:pt x="45244" y="154775"/>
                </a:lnTo>
                <a:cubicBezTo>
                  <a:pt x="45244" y="157404"/>
                  <a:pt x="47377" y="159538"/>
                  <a:pt x="50006" y="159538"/>
                </a:cubicBezTo>
                <a:lnTo>
                  <a:pt x="78581" y="159538"/>
                </a:lnTo>
                <a:cubicBezTo>
                  <a:pt x="81210" y="159538"/>
                  <a:pt x="83344" y="157404"/>
                  <a:pt x="83344" y="154775"/>
                </a:cubicBezTo>
                <a:lnTo>
                  <a:pt x="83344" y="135725"/>
                </a:lnTo>
                <a:cubicBezTo>
                  <a:pt x="83344" y="133096"/>
                  <a:pt x="81210" y="130963"/>
                  <a:pt x="78581" y="130963"/>
                </a:cubicBezTo>
                <a:close/>
                <a:moveTo>
                  <a:pt x="73819" y="150013"/>
                </a:moveTo>
                <a:lnTo>
                  <a:pt x="54769" y="150013"/>
                </a:lnTo>
                <a:lnTo>
                  <a:pt x="54769" y="140488"/>
                </a:lnTo>
                <a:lnTo>
                  <a:pt x="73819" y="140488"/>
                </a:lnTo>
                <a:lnTo>
                  <a:pt x="73819" y="150013"/>
                </a:lnTo>
                <a:close/>
                <a:moveTo>
                  <a:pt x="183356" y="159538"/>
                </a:moveTo>
                <a:cubicBezTo>
                  <a:pt x="185985" y="159538"/>
                  <a:pt x="188119" y="157404"/>
                  <a:pt x="188119" y="154775"/>
                </a:cubicBezTo>
                <a:lnTo>
                  <a:pt x="188119" y="145250"/>
                </a:lnTo>
                <a:cubicBezTo>
                  <a:pt x="188119" y="142621"/>
                  <a:pt x="185985" y="140488"/>
                  <a:pt x="183356" y="140488"/>
                </a:cubicBezTo>
                <a:cubicBezTo>
                  <a:pt x="180727" y="140488"/>
                  <a:pt x="178594" y="142621"/>
                  <a:pt x="178594" y="145250"/>
                </a:cubicBezTo>
                <a:lnTo>
                  <a:pt x="178594" y="154775"/>
                </a:lnTo>
                <a:cubicBezTo>
                  <a:pt x="178594" y="157404"/>
                  <a:pt x="180727" y="159538"/>
                  <a:pt x="183356" y="15953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ES" dirty="0"/>
          </a:p>
        </p:txBody>
      </p:sp>
      <p:pic>
        <p:nvPicPr>
          <p:cNvPr id="9" name="Marcador de posición de imagen 8" descr="Persona en traje espacial en nave espacial">
            <a:extLst>
              <a:ext uri="{FF2B5EF4-FFF2-40B4-BE49-F238E27FC236}">
                <a16:creationId xmlns:a16="http://schemas.microsoft.com/office/drawing/2014/main" id="{02EAB7FB-AEBA-41BC-B1D7-A4B080684C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7351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A33D0-A2F5-49D6-833F-C6773905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Diagramas y gráficos</a:t>
            </a:r>
          </a:p>
        </p:txBody>
      </p:sp>
      <p:sp>
        <p:nvSpPr>
          <p:cNvPr id="3" name="Rectángulo 2" descr="leyenda">
            <a:extLst>
              <a:ext uri="{FF2B5EF4-FFF2-40B4-BE49-F238E27FC236}">
                <a16:creationId xmlns:a16="http://schemas.microsoft.com/office/drawing/2014/main" id="{7D64EECE-959D-459E-BAFC-4E6C13A0D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04081" y="6308667"/>
            <a:ext cx="438791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21" name="Grupo 20" descr="Gráfico de líneas">
            <a:extLst>
              <a:ext uri="{FF2B5EF4-FFF2-40B4-BE49-F238E27FC236}">
                <a16:creationId xmlns:a16="http://schemas.microsoft.com/office/drawing/2014/main" id="{5B4DBA8F-5BE8-408F-9E5D-87EF2EFA3971}"/>
              </a:ext>
            </a:extLst>
          </p:cNvPr>
          <p:cNvGrpSpPr/>
          <p:nvPr/>
        </p:nvGrpSpPr>
        <p:grpSpPr>
          <a:xfrm>
            <a:off x="373030" y="622570"/>
            <a:ext cx="11445940" cy="5938088"/>
            <a:chOff x="99757" y="9487301"/>
            <a:chExt cx="2686621" cy="2682329"/>
          </a:xfrm>
        </p:grpSpPr>
        <p:graphicFrame>
          <p:nvGraphicFramePr>
            <p:cNvPr id="22" name="Gráfico 21">
              <a:extLst>
                <a:ext uri="{FF2B5EF4-FFF2-40B4-BE49-F238E27FC236}">
                  <a16:creationId xmlns:a16="http://schemas.microsoft.com/office/drawing/2014/main" id="{E2AB20BC-4C16-4806-B45D-96781D18CCD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595329404"/>
                </p:ext>
              </p:extLst>
            </p:nvPr>
          </p:nvGraphicFramePr>
          <p:xfrm>
            <a:off x="99757" y="9487301"/>
            <a:ext cx="2673316" cy="26823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3" name="Llamada: Línea curva 22">
              <a:extLst>
                <a:ext uri="{FF2B5EF4-FFF2-40B4-BE49-F238E27FC236}">
                  <a16:creationId xmlns:a16="http://schemas.microsoft.com/office/drawing/2014/main" id="{9E073015-5DAD-4D34-9FF4-D7E34B0150C0}"/>
                </a:ext>
              </a:extLst>
            </p:cNvPr>
            <p:cNvSpPr/>
            <p:nvPr/>
          </p:nvSpPr>
          <p:spPr>
            <a:xfrm flipH="1">
              <a:off x="1003220" y="10072261"/>
              <a:ext cx="607731" cy="228287"/>
            </a:xfrm>
            <a:prstGeom prst="borderCallout2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s-ES" sz="1200" b="1" dirty="0">
                  <a:solidFill>
                    <a:schemeClr val="tx1"/>
                  </a:solidFill>
                  <a:latin typeface="+mj-lt"/>
                </a:rPr>
                <a:t>2 billones de euros</a:t>
              </a:r>
            </a:p>
          </p:txBody>
        </p:sp>
        <p:sp>
          <p:nvSpPr>
            <p:cNvPr id="24" name="Cuadro de texto 23">
              <a:extLst>
                <a:ext uri="{FF2B5EF4-FFF2-40B4-BE49-F238E27FC236}">
                  <a16:creationId xmlns:a16="http://schemas.microsoft.com/office/drawing/2014/main" id="{7B21AA84-6D52-4D75-82C7-48A99FC834ED}"/>
                </a:ext>
              </a:extLst>
            </p:cNvPr>
            <p:cNvSpPr txBox="1"/>
            <p:nvPr/>
          </p:nvSpPr>
          <p:spPr>
            <a:xfrm>
              <a:off x="19082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es-ES" sz="1200" dirty="0">
                  <a:latin typeface="+mj-lt"/>
                  <a:cs typeface="Arial" panose="020B0604020202020204" pitchFamily="34" charset="0"/>
                </a:rPr>
                <a:t>20AA</a:t>
              </a:r>
            </a:p>
          </p:txBody>
        </p:sp>
        <p:sp>
          <p:nvSpPr>
            <p:cNvPr id="25" name="Cuadro de texto 24">
              <a:extLst>
                <a:ext uri="{FF2B5EF4-FFF2-40B4-BE49-F238E27FC236}">
                  <a16:creationId xmlns:a16="http://schemas.microsoft.com/office/drawing/2014/main" id="{22B5BAC7-89D5-41D2-A1E1-F0CA75077EA0}"/>
                </a:ext>
              </a:extLst>
            </p:cNvPr>
            <p:cNvSpPr txBox="1"/>
            <p:nvPr/>
          </p:nvSpPr>
          <p:spPr>
            <a:xfrm>
              <a:off x="2020061" y="11459852"/>
              <a:ext cx="766317" cy="31115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/>
              <a:r>
                <a:rPr lang="es-ES" sz="1200" dirty="0">
                  <a:latin typeface="+mj-lt"/>
                  <a:cs typeface="Arial" panose="020B0604020202020204" pitchFamily="34" charset="0"/>
                </a:rPr>
                <a:t>20AA</a:t>
              </a:r>
            </a:p>
          </p:txBody>
        </p:sp>
      </p:grpSp>
      <p:grpSp>
        <p:nvGrpSpPr>
          <p:cNvPr id="27" name="Grupo 26" descr="Leyenda">
            <a:extLst>
              <a:ext uri="{FF2B5EF4-FFF2-40B4-BE49-F238E27FC236}">
                <a16:creationId xmlns:a16="http://schemas.microsoft.com/office/drawing/2014/main" id="{185941C3-F2C4-4ED9-8CCB-E54367B26F03}"/>
              </a:ext>
            </a:extLst>
          </p:cNvPr>
          <p:cNvGrpSpPr/>
          <p:nvPr/>
        </p:nvGrpSpPr>
        <p:grpSpPr>
          <a:xfrm>
            <a:off x="8665608" y="6398736"/>
            <a:ext cx="3140332" cy="189195"/>
            <a:chOff x="463230" y="14650847"/>
            <a:chExt cx="3140332" cy="189195"/>
          </a:xfrm>
        </p:grpSpPr>
        <p:sp>
          <p:nvSpPr>
            <p:cNvPr id="28" name="Cuadro de texto 27">
              <a:extLst>
                <a:ext uri="{FF2B5EF4-FFF2-40B4-BE49-F238E27FC236}">
                  <a16:creationId xmlns:a16="http://schemas.microsoft.com/office/drawing/2014/main" id="{12950859-3B08-45AC-9183-884B944FF29D}"/>
                </a:ext>
              </a:extLst>
            </p:cNvPr>
            <p:cNvSpPr txBox="1"/>
            <p:nvPr/>
          </p:nvSpPr>
          <p:spPr>
            <a:xfrm>
              <a:off x="730693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es-ES" sz="1200" dirty="0">
                  <a:latin typeface="+mj-lt"/>
                </a:rPr>
                <a:t>Datos A</a:t>
              </a:r>
            </a:p>
          </p:txBody>
        </p:sp>
        <p:sp>
          <p:nvSpPr>
            <p:cNvPr id="29" name="Cuadro de texto 28">
              <a:extLst>
                <a:ext uri="{FF2B5EF4-FFF2-40B4-BE49-F238E27FC236}">
                  <a16:creationId xmlns:a16="http://schemas.microsoft.com/office/drawing/2014/main" id="{5A6B008C-B746-4D4D-8F60-B368B8FAEA1A}"/>
                </a:ext>
              </a:extLst>
            </p:cNvPr>
            <p:cNvSpPr txBox="1"/>
            <p:nvPr/>
          </p:nvSpPr>
          <p:spPr>
            <a:xfrm>
              <a:off x="1807257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es-ES" sz="1200" dirty="0">
                  <a:latin typeface="+mj-lt"/>
                </a:rPr>
                <a:t>Datos B</a:t>
              </a: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ACD1BF27-2213-45CE-A667-788F7924C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3230" y="14678120"/>
              <a:ext cx="134649" cy="134649"/>
            </a:xfrm>
            <a:prstGeom prst="rect">
              <a:avLst/>
            </a:prstGeom>
            <a:solidFill>
              <a:schemeClr val="accent2"/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54F87B6B-A885-4EEB-8E55-6E1DA1BD0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39794" y="14678120"/>
              <a:ext cx="134649" cy="134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EB4B2BC6-FC0E-4408-9491-47D196A52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16358" y="14678120"/>
              <a:ext cx="134649" cy="1346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3" name="Cuadro de texto 32">
              <a:extLst>
                <a:ext uri="{FF2B5EF4-FFF2-40B4-BE49-F238E27FC236}">
                  <a16:creationId xmlns:a16="http://schemas.microsoft.com/office/drawing/2014/main" id="{F7BC13C6-1FE2-4F17-B99D-CC390711E793}"/>
                </a:ext>
              </a:extLst>
            </p:cNvPr>
            <p:cNvSpPr txBox="1"/>
            <p:nvPr/>
          </p:nvSpPr>
          <p:spPr>
            <a:xfrm>
              <a:off x="2927276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es-ES" sz="1200" dirty="0">
                  <a:latin typeface="+mj-lt"/>
                </a:rPr>
                <a:t>Datos C</a:t>
              </a:r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3996C0-0A7C-4905-8FD4-EC23739737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  <a:tileRect/>
          </a:gradFill>
        </p:spPr>
        <p:txBody>
          <a:bodyPr rtlCol="0"/>
          <a:lstStyle/>
          <a:p>
            <a:pPr rtl="0"/>
            <a:fld id="{058DB212-BFA2-403F-85EF-DFD3FF6D973A}" type="slidenum">
              <a:rPr lang="es-ES" smtClean="0"/>
              <a:pPr rtl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77584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A33D0-A2F5-49D6-833F-C6773905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/>
              <a:t>{{titulo}}</a:t>
            </a:r>
          </a:p>
        </p:txBody>
      </p:sp>
      <p:graphicFrame>
        <p:nvGraphicFramePr>
          <p:cNvPr id="18" name="Diagrama 17" descr="Gráfico de anillos">
            <a:extLst>
              <a:ext uri="{FF2B5EF4-FFF2-40B4-BE49-F238E27FC236}">
                <a16:creationId xmlns:a16="http://schemas.microsoft.com/office/drawing/2014/main" id="{95E0F230-CBF8-4378-9371-069916E16F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079379"/>
              </p:ext>
            </p:extLst>
          </p:nvPr>
        </p:nvGraphicFramePr>
        <p:xfrm>
          <a:off x="6613291" y="1017342"/>
          <a:ext cx="3567113" cy="3829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Cuadro de texto 19">
            <a:extLst>
              <a:ext uri="{FF2B5EF4-FFF2-40B4-BE49-F238E27FC236}">
                <a16:creationId xmlns:a16="http://schemas.microsoft.com/office/drawing/2014/main" id="{32FE7D4A-25DC-4348-9EFC-DC269600AB43}"/>
              </a:ext>
            </a:extLst>
          </p:cNvPr>
          <p:cNvSpPr txBox="1"/>
          <p:nvPr/>
        </p:nvSpPr>
        <p:spPr>
          <a:xfrm>
            <a:off x="7196071" y="2578356"/>
            <a:ext cx="23233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s-E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24 %</a:t>
            </a:r>
          </a:p>
        </p:txBody>
      </p:sp>
      <p:sp>
        <p:nvSpPr>
          <p:cNvPr id="19" name="Cuadro de texto 18">
            <a:extLst>
              <a:ext uri="{FF2B5EF4-FFF2-40B4-BE49-F238E27FC236}">
                <a16:creationId xmlns:a16="http://schemas.microsoft.com/office/drawing/2014/main" id="{53BC2CCA-F48A-42FF-9173-231B93CCDF4A}"/>
              </a:ext>
            </a:extLst>
          </p:cNvPr>
          <p:cNvSpPr txBox="1"/>
          <p:nvPr/>
        </p:nvSpPr>
        <p:spPr>
          <a:xfrm>
            <a:off x="6978246" y="4651108"/>
            <a:ext cx="2837206" cy="3077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Lorem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lang="es-E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ipsum dolor sit amet.</a:t>
            </a:r>
          </a:p>
        </p:txBody>
      </p:sp>
      <p:sp>
        <p:nvSpPr>
          <p:cNvPr id="3" name="Rectángulo 2" descr="leyenda">
            <a:extLst>
              <a:ext uri="{FF2B5EF4-FFF2-40B4-BE49-F238E27FC236}">
                <a16:creationId xmlns:a16="http://schemas.microsoft.com/office/drawing/2014/main" id="{7D64EECE-959D-459E-BAFC-4E6C13A0D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04081" y="6308667"/>
            <a:ext cx="438791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27" name="Grupo 26" descr="Leyenda">
            <a:extLst>
              <a:ext uri="{FF2B5EF4-FFF2-40B4-BE49-F238E27FC236}">
                <a16:creationId xmlns:a16="http://schemas.microsoft.com/office/drawing/2014/main" id="{185941C3-F2C4-4ED9-8CCB-E54367B26F03}"/>
              </a:ext>
            </a:extLst>
          </p:cNvPr>
          <p:cNvGrpSpPr/>
          <p:nvPr/>
        </p:nvGrpSpPr>
        <p:grpSpPr>
          <a:xfrm>
            <a:off x="8665608" y="6398736"/>
            <a:ext cx="3140332" cy="189195"/>
            <a:chOff x="463230" y="14650847"/>
            <a:chExt cx="3140332" cy="189195"/>
          </a:xfrm>
        </p:grpSpPr>
        <p:sp>
          <p:nvSpPr>
            <p:cNvPr id="28" name="Cuadro de texto 27">
              <a:extLst>
                <a:ext uri="{FF2B5EF4-FFF2-40B4-BE49-F238E27FC236}">
                  <a16:creationId xmlns:a16="http://schemas.microsoft.com/office/drawing/2014/main" id="{12950859-3B08-45AC-9183-884B944FF29D}"/>
                </a:ext>
              </a:extLst>
            </p:cNvPr>
            <p:cNvSpPr txBox="1"/>
            <p:nvPr/>
          </p:nvSpPr>
          <p:spPr>
            <a:xfrm>
              <a:off x="730693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es-ES" sz="1200" dirty="0">
                  <a:latin typeface="+mj-lt"/>
                </a:rPr>
                <a:t>Datos A</a:t>
              </a:r>
              <a:endParaRPr lang="es-ES" sz="1200" noProof="1">
                <a:latin typeface="+mj-lt"/>
              </a:endParaRPr>
            </a:p>
          </p:txBody>
        </p:sp>
        <p:sp>
          <p:nvSpPr>
            <p:cNvPr id="29" name="Cuadro de texto 28">
              <a:extLst>
                <a:ext uri="{FF2B5EF4-FFF2-40B4-BE49-F238E27FC236}">
                  <a16:creationId xmlns:a16="http://schemas.microsoft.com/office/drawing/2014/main" id="{5A6B008C-B746-4D4D-8F60-B368B8FAEA1A}"/>
                </a:ext>
              </a:extLst>
            </p:cNvPr>
            <p:cNvSpPr txBox="1"/>
            <p:nvPr/>
          </p:nvSpPr>
          <p:spPr>
            <a:xfrm>
              <a:off x="1807257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es-ES" sz="1200" dirty="0">
                  <a:latin typeface="+mj-lt"/>
                </a:rPr>
                <a:t>Datos B</a:t>
              </a:r>
              <a:endParaRPr lang="es-ES" sz="1200" noProof="1">
                <a:latin typeface="+mj-lt"/>
              </a:endParaRP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ACD1BF27-2213-45CE-A667-788F7924C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3230" y="14678120"/>
              <a:ext cx="134649" cy="134649"/>
            </a:xfrm>
            <a:prstGeom prst="rect">
              <a:avLst/>
            </a:prstGeom>
            <a:solidFill>
              <a:schemeClr val="accent2"/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54F87B6B-A885-4EEB-8E55-6E1DA1BD0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39794" y="14678120"/>
              <a:ext cx="134649" cy="134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EB4B2BC6-FC0E-4408-9491-47D196A52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16358" y="14678120"/>
              <a:ext cx="134649" cy="1346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3" name="Cuadro de texto 32">
              <a:extLst>
                <a:ext uri="{FF2B5EF4-FFF2-40B4-BE49-F238E27FC236}">
                  <a16:creationId xmlns:a16="http://schemas.microsoft.com/office/drawing/2014/main" id="{F7BC13C6-1FE2-4F17-B99D-CC390711E793}"/>
                </a:ext>
              </a:extLst>
            </p:cNvPr>
            <p:cNvSpPr txBox="1"/>
            <p:nvPr/>
          </p:nvSpPr>
          <p:spPr>
            <a:xfrm>
              <a:off x="2927276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es-ES" sz="1200" dirty="0">
                  <a:latin typeface="+mj-lt"/>
                </a:rPr>
                <a:t>Datos C</a:t>
              </a:r>
              <a:endParaRPr lang="es-ES" sz="1200" noProof="1">
                <a:latin typeface="+mj-lt"/>
              </a:endParaRPr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3996C0-0A7C-4905-8FD4-EC23739737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  <a:tileRect/>
          </a:gradFill>
        </p:spPr>
        <p:txBody>
          <a:bodyPr rtlCol="0"/>
          <a:lstStyle/>
          <a:p>
            <a:pPr rtl="0"/>
            <a:fld id="{058DB212-BFA2-403F-85EF-DFD3FF6D973A}" type="slidenum">
              <a:rPr lang="es-ES" smtClean="0"/>
              <a:pPr rtl="0"/>
              <a:t>3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350EF0-BDC8-B0E8-BF77-306831009186}"/>
              </a:ext>
            </a:extLst>
          </p:cNvPr>
          <p:cNvSpPr txBox="1"/>
          <p:nvPr/>
        </p:nvSpPr>
        <p:spPr>
          <a:xfrm>
            <a:off x="360001" y="1731524"/>
            <a:ext cx="4338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{{subtitulo}}</a:t>
            </a:r>
          </a:p>
        </p:txBody>
      </p:sp>
    </p:spTree>
    <p:extLst>
      <p:ext uri="{BB962C8B-B14F-4D97-AF65-F5344CB8AC3E}">
        <p14:creationId xmlns:p14="http://schemas.microsoft.com/office/powerpoint/2010/main" val="84827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A33D0-A2F5-49D6-833F-C6773905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 err="1"/>
              <a:t>Graphic</a:t>
            </a:r>
            <a:r>
              <a:rPr lang="es-ES" dirty="0"/>
              <a:t> 2</a:t>
            </a:r>
          </a:p>
        </p:txBody>
      </p:sp>
      <p:graphicFrame>
        <p:nvGraphicFramePr>
          <p:cNvPr id="26" name="Gráfico 25" descr="Gráficos de barras apiladas">
            <a:extLst>
              <a:ext uri="{FF2B5EF4-FFF2-40B4-BE49-F238E27FC236}">
                <a16:creationId xmlns:a16="http://schemas.microsoft.com/office/drawing/2014/main" id="{C4453A4D-BABF-4BF7-884F-5F698B6167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2506678"/>
              </p:ext>
            </p:extLst>
          </p:nvPr>
        </p:nvGraphicFramePr>
        <p:xfrm>
          <a:off x="1591790" y="1104144"/>
          <a:ext cx="8150382" cy="33282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ángulo 2" descr="leyenda">
            <a:extLst>
              <a:ext uri="{FF2B5EF4-FFF2-40B4-BE49-F238E27FC236}">
                <a16:creationId xmlns:a16="http://schemas.microsoft.com/office/drawing/2014/main" id="{7D64EECE-959D-459E-BAFC-4E6C13A0D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04814" y="4356578"/>
            <a:ext cx="438791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27" name="Grupo 26" descr="Leyenda">
            <a:extLst>
              <a:ext uri="{FF2B5EF4-FFF2-40B4-BE49-F238E27FC236}">
                <a16:creationId xmlns:a16="http://schemas.microsoft.com/office/drawing/2014/main" id="{185941C3-F2C4-4ED9-8CCB-E54367B26F03}"/>
              </a:ext>
            </a:extLst>
          </p:cNvPr>
          <p:cNvGrpSpPr/>
          <p:nvPr/>
        </p:nvGrpSpPr>
        <p:grpSpPr>
          <a:xfrm>
            <a:off x="6323100" y="4481690"/>
            <a:ext cx="3140332" cy="189195"/>
            <a:chOff x="463230" y="14650847"/>
            <a:chExt cx="3140332" cy="189195"/>
          </a:xfrm>
        </p:grpSpPr>
        <p:sp>
          <p:nvSpPr>
            <p:cNvPr id="28" name="Cuadro de texto 27">
              <a:extLst>
                <a:ext uri="{FF2B5EF4-FFF2-40B4-BE49-F238E27FC236}">
                  <a16:creationId xmlns:a16="http://schemas.microsoft.com/office/drawing/2014/main" id="{12950859-3B08-45AC-9183-884B944FF29D}"/>
                </a:ext>
              </a:extLst>
            </p:cNvPr>
            <p:cNvSpPr txBox="1"/>
            <p:nvPr/>
          </p:nvSpPr>
          <p:spPr>
            <a:xfrm>
              <a:off x="730693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es-ES" sz="1200" dirty="0">
                  <a:latin typeface="+mj-lt"/>
                </a:rPr>
                <a:t>Datos A</a:t>
              </a:r>
            </a:p>
          </p:txBody>
        </p:sp>
        <p:sp>
          <p:nvSpPr>
            <p:cNvPr id="29" name="Cuadro de texto 28">
              <a:extLst>
                <a:ext uri="{FF2B5EF4-FFF2-40B4-BE49-F238E27FC236}">
                  <a16:creationId xmlns:a16="http://schemas.microsoft.com/office/drawing/2014/main" id="{5A6B008C-B746-4D4D-8F60-B368B8FAEA1A}"/>
                </a:ext>
              </a:extLst>
            </p:cNvPr>
            <p:cNvSpPr txBox="1"/>
            <p:nvPr/>
          </p:nvSpPr>
          <p:spPr>
            <a:xfrm>
              <a:off x="1807257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es-ES" sz="1200" dirty="0">
                  <a:latin typeface="+mj-lt"/>
                </a:rPr>
                <a:t>Datos B</a:t>
              </a: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ACD1BF27-2213-45CE-A667-788F7924C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63230" y="14678120"/>
              <a:ext cx="134649" cy="134649"/>
            </a:xfrm>
            <a:prstGeom prst="rect">
              <a:avLst/>
            </a:prstGeom>
            <a:solidFill>
              <a:schemeClr val="accent2"/>
            </a:solidFill>
            <a:ln w="222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54F87B6B-A885-4EEB-8E55-6E1DA1BD0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39794" y="14678120"/>
              <a:ext cx="134649" cy="1346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EB4B2BC6-FC0E-4408-9491-47D196A52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16358" y="14678120"/>
              <a:ext cx="134649" cy="13464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3" name="Cuadro de texto 32">
              <a:extLst>
                <a:ext uri="{FF2B5EF4-FFF2-40B4-BE49-F238E27FC236}">
                  <a16:creationId xmlns:a16="http://schemas.microsoft.com/office/drawing/2014/main" id="{F7BC13C6-1FE2-4F17-B99D-CC390711E793}"/>
                </a:ext>
              </a:extLst>
            </p:cNvPr>
            <p:cNvSpPr txBox="1"/>
            <p:nvPr/>
          </p:nvSpPr>
          <p:spPr>
            <a:xfrm>
              <a:off x="2927276" y="14650847"/>
              <a:ext cx="676286" cy="1891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rtl="0"/>
              <a:r>
                <a:rPr lang="es-ES" sz="1200" dirty="0">
                  <a:latin typeface="+mj-lt"/>
                </a:rPr>
                <a:t>Datos C</a:t>
              </a:r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3996C0-0A7C-4905-8FD4-EC23739737E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  <a:tileRect/>
          </a:gradFill>
        </p:spPr>
        <p:txBody>
          <a:bodyPr rtlCol="0"/>
          <a:lstStyle/>
          <a:p>
            <a:pPr rtl="0"/>
            <a:fld id="{058DB212-BFA2-403F-85EF-DFD3FF6D973A}" type="slidenum">
              <a:rPr lang="es-ES" smtClean="0"/>
              <a:pPr rtl="0"/>
              <a:t>4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07989AD-0EE3-5539-555A-669CC3E4A7B5}"/>
              </a:ext>
            </a:extLst>
          </p:cNvPr>
          <p:cNvSpPr txBox="1"/>
          <p:nvPr/>
        </p:nvSpPr>
        <p:spPr>
          <a:xfrm>
            <a:off x="2791838" y="5525311"/>
            <a:ext cx="6556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Text 2</a:t>
            </a:r>
          </a:p>
        </p:txBody>
      </p:sp>
    </p:spTree>
    <p:extLst>
      <p:ext uri="{BB962C8B-B14F-4D97-AF65-F5344CB8AC3E}">
        <p14:creationId xmlns:p14="http://schemas.microsoft.com/office/powerpoint/2010/main" val="3905617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09C8CAF-97DF-4086-B081-EAFD83FAC0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Gracias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F23033-2528-4D88-8804-06C90619DF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rtlCol="0"/>
          <a:lstStyle/>
          <a:p>
            <a:pPr rtl="0"/>
            <a:r>
              <a:rPr lang="es-ES" noProof="1"/>
              <a:t>Pedro Armijo</a:t>
            </a:r>
          </a:p>
        </p:txBody>
      </p:sp>
      <p:pic>
        <p:nvPicPr>
          <p:cNvPr id="18" name="Gráfico 17" descr="Icono de sobre" title="Icono del correo electrónico del moderador">
            <a:extLst>
              <a:ext uri="{FF2B5EF4-FFF2-40B4-BE49-F238E27FC236}">
                <a16:creationId xmlns:a16="http://schemas.microsoft.com/office/drawing/2014/main" id="{6D49048B-2AA4-42B7-9454-4E76924BCC5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0097" y="5158124"/>
            <a:ext cx="218900" cy="218900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36F567F-B255-41F7-B5B6-1BEB6722D4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es-ES" noProof="1"/>
              <a:t>pedro@bellowscollege.com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0F12597-AABE-455F-AE27-B788519B2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489813" y="308601"/>
            <a:ext cx="445684" cy="444742"/>
            <a:chOff x="5660231" y="2993234"/>
            <a:chExt cx="868511" cy="866677"/>
          </a:xfrm>
        </p:grpSpPr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559EE1F1-B897-408A-A84B-C550FFD08D48}"/>
                </a:ext>
              </a:extLst>
            </p:cNvPr>
            <p:cNvSpPr/>
            <p:nvPr/>
          </p:nvSpPr>
          <p:spPr>
            <a:xfrm>
              <a:off x="5660231" y="3288411"/>
              <a:ext cx="571500" cy="571500"/>
            </a:xfrm>
            <a:custGeom>
              <a:avLst/>
              <a:gdLst>
                <a:gd name="connsiteX0" fmla="*/ 288179 w 571500"/>
                <a:gd name="connsiteY0" fmla="*/ 7144 h 571500"/>
                <a:gd name="connsiteX1" fmla="*/ 7144 w 571500"/>
                <a:gd name="connsiteY1" fmla="*/ 288179 h 571500"/>
                <a:gd name="connsiteX2" fmla="*/ 288179 w 571500"/>
                <a:gd name="connsiteY2" fmla="*/ 569214 h 571500"/>
                <a:gd name="connsiteX3" fmla="*/ 569214 w 571500"/>
                <a:gd name="connsiteY3" fmla="*/ 288179 h 571500"/>
                <a:gd name="connsiteX4" fmla="*/ 288179 w 571500"/>
                <a:gd name="connsiteY4" fmla="*/ 7144 h 571500"/>
                <a:gd name="connsiteX5" fmla="*/ 288179 w 571500"/>
                <a:gd name="connsiteY5" fmla="*/ 531114 h 571500"/>
                <a:gd name="connsiteX6" fmla="*/ 45244 w 571500"/>
                <a:gd name="connsiteY6" fmla="*/ 288179 h 571500"/>
                <a:gd name="connsiteX7" fmla="*/ 288179 w 571500"/>
                <a:gd name="connsiteY7" fmla="*/ 45244 h 571500"/>
                <a:gd name="connsiteX8" fmla="*/ 531114 w 571500"/>
                <a:gd name="connsiteY8" fmla="*/ 288179 h 571500"/>
                <a:gd name="connsiteX9" fmla="*/ 288179 w 571500"/>
                <a:gd name="connsiteY9" fmla="*/ 531114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500" h="571500">
                  <a:moveTo>
                    <a:pt x="288179" y="7144"/>
                  </a:moveTo>
                  <a:cubicBezTo>
                    <a:pt x="133217" y="7144"/>
                    <a:pt x="7144" y="133217"/>
                    <a:pt x="7144" y="288179"/>
                  </a:cubicBezTo>
                  <a:cubicBezTo>
                    <a:pt x="7144" y="443141"/>
                    <a:pt x="133217" y="569214"/>
                    <a:pt x="288179" y="569214"/>
                  </a:cubicBezTo>
                  <a:cubicBezTo>
                    <a:pt x="443141" y="569214"/>
                    <a:pt x="569214" y="443151"/>
                    <a:pt x="569214" y="288179"/>
                  </a:cubicBezTo>
                  <a:cubicBezTo>
                    <a:pt x="569214" y="133207"/>
                    <a:pt x="443141" y="7144"/>
                    <a:pt x="288179" y="7144"/>
                  </a:cubicBezTo>
                  <a:close/>
                  <a:moveTo>
                    <a:pt x="288179" y="531114"/>
                  </a:moveTo>
                  <a:cubicBezTo>
                    <a:pt x="154219" y="531114"/>
                    <a:pt x="45244" y="422138"/>
                    <a:pt x="45244" y="288179"/>
                  </a:cubicBezTo>
                  <a:cubicBezTo>
                    <a:pt x="45244" y="154219"/>
                    <a:pt x="154219" y="45244"/>
                    <a:pt x="288179" y="45244"/>
                  </a:cubicBezTo>
                  <a:cubicBezTo>
                    <a:pt x="422138" y="45244"/>
                    <a:pt x="531114" y="154229"/>
                    <a:pt x="531114" y="288179"/>
                  </a:cubicBezTo>
                  <a:cubicBezTo>
                    <a:pt x="531114" y="422129"/>
                    <a:pt x="422129" y="531114"/>
                    <a:pt x="288179" y="53111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033469D8-D3DC-4362-8C73-DB3F504C5B01}"/>
                </a:ext>
              </a:extLst>
            </p:cNvPr>
            <p:cNvSpPr/>
            <p:nvPr/>
          </p:nvSpPr>
          <p:spPr>
            <a:xfrm>
              <a:off x="5778589" y="3406883"/>
              <a:ext cx="171450" cy="171450"/>
            </a:xfrm>
            <a:custGeom>
              <a:avLst/>
              <a:gdLst>
                <a:gd name="connsiteX0" fmla="*/ 47844 w 171450"/>
                <a:gd name="connsiteY0" fmla="*/ 101613 h 171450"/>
                <a:gd name="connsiteX1" fmla="*/ 45253 w 171450"/>
                <a:gd name="connsiteY1" fmla="*/ 87068 h 171450"/>
                <a:gd name="connsiteX2" fmla="*/ 87068 w 171450"/>
                <a:gd name="connsiteY2" fmla="*/ 45244 h 171450"/>
                <a:gd name="connsiteX3" fmla="*/ 128883 w 171450"/>
                <a:gd name="connsiteY3" fmla="*/ 87068 h 171450"/>
                <a:gd name="connsiteX4" fmla="*/ 87116 w 171450"/>
                <a:gd name="connsiteY4" fmla="*/ 128883 h 171450"/>
                <a:gd name="connsiteX5" fmla="*/ 68085 w 171450"/>
                <a:gd name="connsiteY5" fmla="*/ 147952 h 171450"/>
                <a:gd name="connsiteX6" fmla="*/ 87135 w 171450"/>
                <a:gd name="connsiteY6" fmla="*/ 166983 h 171450"/>
                <a:gd name="connsiteX7" fmla="*/ 87154 w 171450"/>
                <a:gd name="connsiteY7" fmla="*/ 166983 h 171450"/>
                <a:gd name="connsiteX8" fmla="*/ 166973 w 171450"/>
                <a:gd name="connsiteY8" fmla="*/ 87068 h 171450"/>
                <a:gd name="connsiteX9" fmla="*/ 87058 w 171450"/>
                <a:gd name="connsiteY9" fmla="*/ 7144 h 171450"/>
                <a:gd name="connsiteX10" fmla="*/ 7144 w 171450"/>
                <a:gd name="connsiteY10" fmla="*/ 87068 h 171450"/>
                <a:gd name="connsiteX11" fmla="*/ 12125 w 171450"/>
                <a:gd name="connsiteY11" fmla="*/ 114881 h 171450"/>
                <a:gd name="connsiteX12" fmla="*/ 36614 w 171450"/>
                <a:gd name="connsiteY12" fmla="*/ 126111 h 171450"/>
                <a:gd name="connsiteX13" fmla="*/ 47844 w 171450"/>
                <a:gd name="connsiteY13" fmla="*/ 101613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1450" h="171450">
                  <a:moveTo>
                    <a:pt x="47844" y="101613"/>
                  </a:moveTo>
                  <a:cubicBezTo>
                    <a:pt x="46120" y="96974"/>
                    <a:pt x="45253" y="92078"/>
                    <a:pt x="45253" y="87068"/>
                  </a:cubicBezTo>
                  <a:cubicBezTo>
                    <a:pt x="45253" y="64008"/>
                    <a:pt x="64008" y="45244"/>
                    <a:pt x="87068" y="45244"/>
                  </a:cubicBezTo>
                  <a:cubicBezTo>
                    <a:pt x="110128" y="45244"/>
                    <a:pt x="128883" y="64008"/>
                    <a:pt x="128883" y="87068"/>
                  </a:cubicBezTo>
                  <a:cubicBezTo>
                    <a:pt x="128883" y="110099"/>
                    <a:pt x="110147" y="128854"/>
                    <a:pt x="87116" y="128883"/>
                  </a:cubicBezTo>
                  <a:cubicBezTo>
                    <a:pt x="76600" y="128892"/>
                    <a:pt x="68075" y="137427"/>
                    <a:pt x="68085" y="147952"/>
                  </a:cubicBezTo>
                  <a:cubicBezTo>
                    <a:pt x="68094" y="158477"/>
                    <a:pt x="76619" y="166983"/>
                    <a:pt x="87135" y="166983"/>
                  </a:cubicBezTo>
                  <a:cubicBezTo>
                    <a:pt x="87135" y="166983"/>
                    <a:pt x="87144" y="166983"/>
                    <a:pt x="87154" y="166983"/>
                  </a:cubicBezTo>
                  <a:cubicBezTo>
                    <a:pt x="131169" y="166935"/>
                    <a:pt x="166973" y="131083"/>
                    <a:pt x="166973" y="87068"/>
                  </a:cubicBezTo>
                  <a:cubicBezTo>
                    <a:pt x="166973" y="42996"/>
                    <a:pt x="131121" y="7144"/>
                    <a:pt x="87058" y="7144"/>
                  </a:cubicBezTo>
                  <a:cubicBezTo>
                    <a:pt x="42996" y="7144"/>
                    <a:pt x="7144" y="42996"/>
                    <a:pt x="7144" y="87068"/>
                  </a:cubicBezTo>
                  <a:cubicBezTo>
                    <a:pt x="7144" y="96631"/>
                    <a:pt x="8820" y="105985"/>
                    <a:pt x="12125" y="114881"/>
                  </a:cubicBezTo>
                  <a:cubicBezTo>
                    <a:pt x="15783" y="124749"/>
                    <a:pt x="26737" y="129759"/>
                    <a:pt x="36614" y="126111"/>
                  </a:cubicBezTo>
                  <a:cubicBezTo>
                    <a:pt x="46492" y="122434"/>
                    <a:pt x="51511" y="111471"/>
                    <a:pt x="47844" y="101613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56D60673-90C1-4A3B-B705-02383760807C}"/>
                </a:ext>
              </a:extLst>
            </p:cNvPr>
            <p:cNvSpPr/>
            <p:nvPr/>
          </p:nvSpPr>
          <p:spPr>
            <a:xfrm>
              <a:off x="6007446" y="3504769"/>
              <a:ext cx="142875" cy="142875"/>
            </a:xfrm>
            <a:custGeom>
              <a:avLst/>
              <a:gdLst>
                <a:gd name="connsiteX0" fmla="*/ 97184 w 142875"/>
                <a:gd name="connsiteY0" fmla="*/ 61648 h 142875"/>
                <a:gd name="connsiteX1" fmla="*/ 99041 w 142875"/>
                <a:gd name="connsiteY1" fmla="*/ 71506 h 142875"/>
                <a:gd name="connsiteX2" fmla="*/ 72142 w 142875"/>
                <a:gd name="connsiteY2" fmla="*/ 98395 h 142875"/>
                <a:gd name="connsiteX3" fmla="*/ 45244 w 142875"/>
                <a:gd name="connsiteY3" fmla="*/ 71506 h 142875"/>
                <a:gd name="connsiteX4" fmla="*/ 67618 w 142875"/>
                <a:gd name="connsiteY4" fmla="*/ 44989 h 142875"/>
                <a:gd name="connsiteX5" fmla="*/ 83239 w 142875"/>
                <a:gd name="connsiteY5" fmla="*/ 23033 h 142875"/>
                <a:gd name="connsiteX6" fmla="*/ 61293 w 142875"/>
                <a:gd name="connsiteY6" fmla="*/ 7403 h 142875"/>
                <a:gd name="connsiteX7" fmla="*/ 7144 w 142875"/>
                <a:gd name="connsiteY7" fmla="*/ 71497 h 142875"/>
                <a:gd name="connsiteX8" fmla="*/ 72142 w 142875"/>
                <a:gd name="connsiteY8" fmla="*/ 136486 h 142875"/>
                <a:gd name="connsiteX9" fmla="*/ 137141 w 142875"/>
                <a:gd name="connsiteY9" fmla="*/ 71497 h 142875"/>
                <a:gd name="connsiteX10" fmla="*/ 132617 w 142875"/>
                <a:gd name="connsiteY10" fmla="*/ 47646 h 142875"/>
                <a:gd name="connsiteX11" fmla="*/ 107899 w 142875"/>
                <a:gd name="connsiteY11" fmla="*/ 36921 h 142875"/>
                <a:gd name="connsiteX12" fmla="*/ 97184 w 142875"/>
                <a:gd name="connsiteY12" fmla="*/ 61648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2875" h="142875">
                  <a:moveTo>
                    <a:pt x="97184" y="61648"/>
                  </a:moveTo>
                  <a:cubicBezTo>
                    <a:pt x="98412" y="64772"/>
                    <a:pt x="99041" y="68096"/>
                    <a:pt x="99041" y="71506"/>
                  </a:cubicBezTo>
                  <a:cubicBezTo>
                    <a:pt x="99041" y="86337"/>
                    <a:pt x="86973" y="98395"/>
                    <a:pt x="72142" y="98395"/>
                  </a:cubicBezTo>
                  <a:cubicBezTo>
                    <a:pt x="57312" y="98395"/>
                    <a:pt x="45244" y="86327"/>
                    <a:pt x="45244" y="71506"/>
                  </a:cubicBezTo>
                  <a:cubicBezTo>
                    <a:pt x="45244" y="58314"/>
                    <a:pt x="54654" y="47160"/>
                    <a:pt x="67618" y="44989"/>
                  </a:cubicBezTo>
                  <a:cubicBezTo>
                    <a:pt x="77991" y="43236"/>
                    <a:pt x="84992" y="33406"/>
                    <a:pt x="83239" y="23033"/>
                  </a:cubicBezTo>
                  <a:cubicBezTo>
                    <a:pt x="81486" y="12661"/>
                    <a:pt x="71657" y="5688"/>
                    <a:pt x="61293" y="7403"/>
                  </a:cubicBezTo>
                  <a:cubicBezTo>
                    <a:pt x="29918" y="12689"/>
                    <a:pt x="7144" y="39645"/>
                    <a:pt x="7144" y="71497"/>
                  </a:cubicBezTo>
                  <a:cubicBezTo>
                    <a:pt x="7144" y="107339"/>
                    <a:pt x="36300" y="136486"/>
                    <a:pt x="72142" y="136486"/>
                  </a:cubicBezTo>
                  <a:cubicBezTo>
                    <a:pt x="107985" y="136486"/>
                    <a:pt x="137141" y="107330"/>
                    <a:pt x="137141" y="71497"/>
                  </a:cubicBezTo>
                  <a:cubicBezTo>
                    <a:pt x="137141" y="63277"/>
                    <a:pt x="135617" y="55247"/>
                    <a:pt x="132617" y="47646"/>
                  </a:cubicBezTo>
                  <a:cubicBezTo>
                    <a:pt x="128749" y="37864"/>
                    <a:pt x="117672" y="33073"/>
                    <a:pt x="107899" y="36921"/>
                  </a:cubicBezTo>
                  <a:cubicBezTo>
                    <a:pt x="98127" y="40788"/>
                    <a:pt x="93316" y="51856"/>
                    <a:pt x="97184" y="61648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941908B8-1FD7-4EE4-AE25-1C45D34F1498}"/>
                </a:ext>
              </a:extLst>
            </p:cNvPr>
            <p:cNvSpPr/>
            <p:nvPr/>
          </p:nvSpPr>
          <p:spPr>
            <a:xfrm>
              <a:off x="5819742" y="3637845"/>
              <a:ext cx="152400" cy="142875"/>
            </a:xfrm>
            <a:custGeom>
              <a:avLst/>
              <a:gdLst>
                <a:gd name="connsiteX0" fmla="*/ 77414 w 152400"/>
                <a:gd name="connsiteY0" fmla="*/ 7144 h 142875"/>
                <a:gd name="connsiteX1" fmla="*/ 27703 w 152400"/>
                <a:gd name="connsiteY1" fmla="*/ 27737 h 142875"/>
                <a:gd name="connsiteX2" fmla="*/ 27703 w 152400"/>
                <a:gd name="connsiteY2" fmla="*/ 127168 h 142875"/>
                <a:gd name="connsiteX3" fmla="*/ 49382 w 152400"/>
                <a:gd name="connsiteY3" fmla="*/ 141932 h 142875"/>
                <a:gd name="connsiteX4" fmla="*/ 56964 w 152400"/>
                <a:gd name="connsiteY4" fmla="*/ 143523 h 142875"/>
                <a:gd name="connsiteX5" fmla="*/ 74443 w 152400"/>
                <a:gd name="connsiteY5" fmla="*/ 132055 h 142875"/>
                <a:gd name="connsiteX6" fmla="*/ 64556 w 152400"/>
                <a:gd name="connsiteY6" fmla="*/ 106994 h 142875"/>
                <a:gd name="connsiteX7" fmla="*/ 54631 w 152400"/>
                <a:gd name="connsiteY7" fmla="*/ 100222 h 142875"/>
                <a:gd name="connsiteX8" fmla="*/ 54631 w 152400"/>
                <a:gd name="connsiteY8" fmla="*/ 54673 h 142875"/>
                <a:gd name="connsiteX9" fmla="*/ 100170 w 152400"/>
                <a:gd name="connsiteY9" fmla="*/ 54673 h 142875"/>
                <a:gd name="connsiteX10" fmla="*/ 103675 w 152400"/>
                <a:gd name="connsiteY10" fmla="*/ 96088 h 142875"/>
                <a:gd name="connsiteX11" fmla="*/ 108152 w 152400"/>
                <a:gd name="connsiteY11" fmla="*/ 122653 h 142875"/>
                <a:gd name="connsiteX12" fmla="*/ 134717 w 152400"/>
                <a:gd name="connsiteY12" fmla="*/ 118167 h 142875"/>
                <a:gd name="connsiteX13" fmla="*/ 127106 w 152400"/>
                <a:gd name="connsiteY13" fmla="*/ 27737 h 142875"/>
                <a:gd name="connsiteX14" fmla="*/ 77414 w 152400"/>
                <a:gd name="connsiteY14" fmla="*/ 714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2400" h="142875">
                  <a:moveTo>
                    <a:pt x="77414" y="7144"/>
                  </a:moveTo>
                  <a:cubicBezTo>
                    <a:pt x="58631" y="7144"/>
                    <a:pt x="40981" y="14459"/>
                    <a:pt x="27703" y="27737"/>
                  </a:cubicBezTo>
                  <a:cubicBezTo>
                    <a:pt x="291" y="55150"/>
                    <a:pt x="291" y="99755"/>
                    <a:pt x="27703" y="127168"/>
                  </a:cubicBezTo>
                  <a:cubicBezTo>
                    <a:pt x="33990" y="133445"/>
                    <a:pt x="41286" y="138417"/>
                    <a:pt x="49382" y="141932"/>
                  </a:cubicBezTo>
                  <a:cubicBezTo>
                    <a:pt x="51859" y="143008"/>
                    <a:pt x="54431" y="143523"/>
                    <a:pt x="56964" y="143523"/>
                  </a:cubicBezTo>
                  <a:cubicBezTo>
                    <a:pt x="64318" y="143523"/>
                    <a:pt x="71328" y="139236"/>
                    <a:pt x="74443" y="132055"/>
                  </a:cubicBezTo>
                  <a:cubicBezTo>
                    <a:pt x="78634" y="122396"/>
                    <a:pt x="74214" y="111185"/>
                    <a:pt x="64556" y="106994"/>
                  </a:cubicBezTo>
                  <a:cubicBezTo>
                    <a:pt x="60850" y="105385"/>
                    <a:pt x="57517" y="103108"/>
                    <a:pt x="54631" y="100222"/>
                  </a:cubicBezTo>
                  <a:cubicBezTo>
                    <a:pt x="42077" y="87668"/>
                    <a:pt x="42077" y="67227"/>
                    <a:pt x="54631" y="54673"/>
                  </a:cubicBezTo>
                  <a:cubicBezTo>
                    <a:pt x="66785" y="42501"/>
                    <a:pt x="88006" y="42510"/>
                    <a:pt x="100170" y="54673"/>
                  </a:cubicBezTo>
                  <a:cubicBezTo>
                    <a:pt x="111333" y="65837"/>
                    <a:pt x="112809" y="83248"/>
                    <a:pt x="103675" y="96088"/>
                  </a:cubicBezTo>
                  <a:cubicBezTo>
                    <a:pt x="97569" y="104651"/>
                    <a:pt x="99579" y="116548"/>
                    <a:pt x="108152" y="122653"/>
                  </a:cubicBezTo>
                  <a:cubicBezTo>
                    <a:pt x="116715" y="128740"/>
                    <a:pt x="128611" y="126749"/>
                    <a:pt x="134717" y="118167"/>
                  </a:cubicBezTo>
                  <a:cubicBezTo>
                    <a:pt x="154672" y="90135"/>
                    <a:pt x="151471" y="52092"/>
                    <a:pt x="127106" y="27737"/>
                  </a:cubicBezTo>
                  <a:cubicBezTo>
                    <a:pt x="113848" y="14449"/>
                    <a:pt x="96188" y="7144"/>
                    <a:pt x="77414" y="714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4B17393E-C1C4-43DA-A6B1-3ABA77082A89}"/>
                </a:ext>
              </a:extLst>
            </p:cNvPr>
            <p:cNvSpPr/>
            <p:nvPr/>
          </p:nvSpPr>
          <p:spPr>
            <a:xfrm>
              <a:off x="6170593" y="3013169"/>
              <a:ext cx="333375" cy="333375"/>
            </a:xfrm>
            <a:custGeom>
              <a:avLst/>
              <a:gdLst>
                <a:gd name="connsiteX0" fmla="*/ 12723 w 333375"/>
                <a:gd name="connsiteY0" fmla="*/ 328515 h 333375"/>
                <a:gd name="connsiteX1" fmla="*/ 26191 w 333375"/>
                <a:gd name="connsiteY1" fmla="*/ 334097 h 333375"/>
                <a:gd name="connsiteX2" fmla="*/ 39660 w 333375"/>
                <a:gd name="connsiteY2" fmla="*/ 328515 h 333375"/>
                <a:gd name="connsiteX3" fmla="*/ 328515 w 333375"/>
                <a:gd name="connsiteY3" fmla="*/ 39660 h 333375"/>
                <a:gd name="connsiteX4" fmla="*/ 328515 w 333375"/>
                <a:gd name="connsiteY4" fmla="*/ 12723 h 333375"/>
                <a:gd name="connsiteX5" fmla="*/ 301578 w 333375"/>
                <a:gd name="connsiteY5" fmla="*/ 12723 h 333375"/>
                <a:gd name="connsiteX6" fmla="*/ 12723 w 333375"/>
                <a:gd name="connsiteY6" fmla="*/ 301578 h 333375"/>
                <a:gd name="connsiteX7" fmla="*/ 12723 w 333375"/>
                <a:gd name="connsiteY7" fmla="*/ 328515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375" h="333375">
                  <a:moveTo>
                    <a:pt x="12723" y="328515"/>
                  </a:moveTo>
                  <a:cubicBezTo>
                    <a:pt x="16438" y="332239"/>
                    <a:pt x="21315" y="334097"/>
                    <a:pt x="26191" y="334097"/>
                  </a:cubicBezTo>
                  <a:cubicBezTo>
                    <a:pt x="31068" y="334097"/>
                    <a:pt x="35945" y="332239"/>
                    <a:pt x="39660" y="328515"/>
                  </a:cubicBezTo>
                  <a:lnTo>
                    <a:pt x="328515" y="39660"/>
                  </a:lnTo>
                  <a:cubicBezTo>
                    <a:pt x="335954" y="32221"/>
                    <a:pt x="335954" y="20162"/>
                    <a:pt x="328515" y="12723"/>
                  </a:cubicBezTo>
                  <a:cubicBezTo>
                    <a:pt x="321085" y="5284"/>
                    <a:pt x="309008" y="5284"/>
                    <a:pt x="301578" y="12723"/>
                  </a:cubicBezTo>
                  <a:lnTo>
                    <a:pt x="12723" y="301578"/>
                  </a:lnTo>
                  <a:cubicBezTo>
                    <a:pt x="5284" y="309017"/>
                    <a:pt x="5284" y="321076"/>
                    <a:pt x="12723" y="328515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2C0F054A-6FFE-4012-93EE-568C5B1B2A42}"/>
                </a:ext>
              </a:extLst>
            </p:cNvPr>
            <p:cNvSpPr/>
            <p:nvPr/>
          </p:nvSpPr>
          <p:spPr>
            <a:xfrm>
              <a:off x="6058150" y="2993234"/>
              <a:ext cx="285750" cy="285750"/>
            </a:xfrm>
            <a:custGeom>
              <a:avLst/>
              <a:gdLst>
                <a:gd name="connsiteX0" fmla="*/ 249114 w 285750"/>
                <a:gd name="connsiteY0" fmla="*/ 12723 h 285750"/>
                <a:gd name="connsiteX1" fmla="*/ 12723 w 285750"/>
                <a:gd name="connsiteY1" fmla="*/ 249114 h 285750"/>
                <a:gd name="connsiteX2" fmla="*/ 12723 w 285750"/>
                <a:gd name="connsiteY2" fmla="*/ 276051 h 285750"/>
                <a:gd name="connsiteX3" fmla="*/ 26191 w 285750"/>
                <a:gd name="connsiteY3" fmla="*/ 281633 h 285750"/>
                <a:gd name="connsiteX4" fmla="*/ 39660 w 285750"/>
                <a:gd name="connsiteY4" fmla="*/ 276051 h 285750"/>
                <a:gd name="connsiteX5" fmla="*/ 276051 w 285750"/>
                <a:gd name="connsiteY5" fmla="*/ 39660 h 285750"/>
                <a:gd name="connsiteX6" fmla="*/ 276051 w 285750"/>
                <a:gd name="connsiteY6" fmla="*/ 12723 h 285750"/>
                <a:gd name="connsiteX7" fmla="*/ 249114 w 285750"/>
                <a:gd name="connsiteY7" fmla="*/ 12723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0" h="285750">
                  <a:moveTo>
                    <a:pt x="249114" y="12723"/>
                  </a:moveTo>
                  <a:lnTo>
                    <a:pt x="12723" y="249114"/>
                  </a:lnTo>
                  <a:cubicBezTo>
                    <a:pt x="5284" y="256553"/>
                    <a:pt x="5284" y="268612"/>
                    <a:pt x="12723" y="276051"/>
                  </a:cubicBezTo>
                  <a:cubicBezTo>
                    <a:pt x="16438" y="279775"/>
                    <a:pt x="21315" y="281633"/>
                    <a:pt x="26191" y="281633"/>
                  </a:cubicBezTo>
                  <a:cubicBezTo>
                    <a:pt x="31068" y="281633"/>
                    <a:pt x="35945" y="279775"/>
                    <a:pt x="39660" y="276051"/>
                  </a:cubicBezTo>
                  <a:lnTo>
                    <a:pt x="276051" y="39660"/>
                  </a:lnTo>
                  <a:cubicBezTo>
                    <a:pt x="283490" y="32221"/>
                    <a:pt x="283490" y="20162"/>
                    <a:pt x="276051" y="12723"/>
                  </a:cubicBezTo>
                  <a:cubicBezTo>
                    <a:pt x="268622" y="5284"/>
                    <a:pt x="256544" y="5284"/>
                    <a:pt x="249114" y="12723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811AA75F-0393-4B2E-96E1-F088CC6A12EF}"/>
                </a:ext>
              </a:extLst>
            </p:cNvPr>
            <p:cNvSpPr/>
            <p:nvPr/>
          </p:nvSpPr>
          <p:spPr>
            <a:xfrm>
              <a:off x="6242992" y="3178076"/>
              <a:ext cx="285750" cy="285750"/>
            </a:xfrm>
            <a:custGeom>
              <a:avLst/>
              <a:gdLst>
                <a:gd name="connsiteX0" fmla="*/ 249114 w 285750"/>
                <a:gd name="connsiteY0" fmla="*/ 12723 h 285750"/>
                <a:gd name="connsiteX1" fmla="*/ 12723 w 285750"/>
                <a:gd name="connsiteY1" fmla="*/ 249124 h 285750"/>
                <a:gd name="connsiteX2" fmla="*/ 12723 w 285750"/>
                <a:gd name="connsiteY2" fmla="*/ 276061 h 285750"/>
                <a:gd name="connsiteX3" fmla="*/ 26191 w 285750"/>
                <a:gd name="connsiteY3" fmla="*/ 281642 h 285750"/>
                <a:gd name="connsiteX4" fmla="*/ 39660 w 285750"/>
                <a:gd name="connsiteY4" fmla="*/ 276061 h 285750"/>
                <a:gd name="connsiteX5" fmla="*/ 276051 w 285750"/>
                <a:gd name="connsiteY5" fmla="*/ 39660 h 285750"/>
                <a:gd name="connsiteX6" fmla="*/ 276051 w 285750"/>
                <a:gd name="connsiteY6" fmla="*/ 12723 h 285750"/>
                <a:gd name="connsiteX7" fmla="*/ 249114 w 285750"/>
                <a:gd name="connsiteY7" fmla="*/ 12723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5750" h="285750">
                  <a:moveTo>
                    <a:pt x="249114" y="12723"/>
                  </a:moveTo>
                  <a:lnTo>
                    <a:pt x="12723" y="249124"/>
                  </a:lnTo>
                  <a:cubicBezTo>
                    <a:pt x="5284" y="256563"/>
                    <a:pt x="5284" y="268622"/>
                    <a:pt x="12723" y="276061"/>
                  </a:cubicBezTo>
                  <a:cubicBezTo>
                    <a:pt x="16438" y="279785"/>
                    <a:pt x="21315" y="281642"/>
                    <a:pt x="26191" y="281642"/>
                  </a:cubicBezTo>
                  <a:cubicBezTo>
                    <a:pt x="31068" y="281642"/>
                    <a:pt x="35945" y="279785"/>
                    <a:pt x="39660" y="276061"/>
                  </a:cubicBezTo>
                  <a:lnTo>
                    <a:pt x="276051" y="39660"/>
                  </a:lnTo>
                  <a:cubicBezTo>
                    <a:pt x="283490" y="32221"/>
                    <a:pt x="283490" y="20162"/>
                    <a:pt x="276051" y="12723"/>
                  </a:cubicBezTo>
                  <a:cubicBezTo>
                    <a:pt x="268622" y="5284"/>
                    <a:pt x="256544" y="5284"/>
                    <a:pt x="249114" y="12723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  <p:sp>
        <p:nvSpPr>
          <p:cNvPr id="9" name="Gráfico 14" descr="contorno de dinosaurio">
            <a:extLst>
              <a:ext uri="{FF2B5EF4-FFF2-40B4-BE49-F238E27FC236}">
                <a16:creationId xmlns:a16="http://schemas.microsoft.com/office/drawing/2014/main" id="{0DE3B922-950A-4A58-AAB9-38FDAD1D42F5}"/>
              </a:ext>
            </a:extLst>
          </p:cNvPr>
          <p:cNvSpPr>
            <a:spLocks noChangeAspect="1"/>
          </p:cNvSpPr>
          <p:nvPr/>
        </p:nvSpPr>
        <p:spPr>
          <a:xfrm>
            <a:off x="4946994" y="5307571"/>
            <a:ext cx="446307" cy="371026"/>
          </a:xfrm>
          <a:custGeom>
            <a:avLst/>
            <a:gdLst>
              <a:gd name="connsiteX0" fmla="*/ 580756 w 790575"/>
              <a:gd name="connsiteY0" fmla="*/ 27384 h 657225"/>
              <a:gd name="connsiteX1" fmla="*/ 540574 w 790575"/>
              <a:gd name="connsiteY1" fmla="*/ 83344 h 657225"/>
              <a:gd name="connsiteX2" fmla="*/ 585817 w 790575"/>
              <a:gd name="connsiteY2" fmla="*/ 136627 h 657225"/>
              <a:gd name="connsiteX3" fmla="*/ 676005 w 790575"/>
              <a:gd name="connsiteY3" fmla="*/ 132159 h 657225"/>
              <a:gd name="connsiteX4" fmla="*/ 683744 w 790575"/>
              <a:gd name="connsiteY4" fmla="*/ 206273 h 657225"/>
              <a:gd name="connsiteX5" fmla="*/ 648323 w 790575"/>
              <a:gd name="connsiteY5" fmla="*/ 245269 h 657225"/>
              <a:gd name="connsiteX6" fmla="*/ 439671 w 790575"/>
              <a:gd name="connsiteY6" fmla="*/ 297361 h 657225"/>
              <a:gd name="connsiteX7" fmla="*/ 303349 w 790575"/>
              <a:gd name="connsiteY7" fmla="*/ 362502 h 657225"/>
              <a:gd name="connsiteX8" fmla="*/ 202446 w 790575"/>
              <a:gd name="connsiteY8" fmla="*/ 403650 h 657225"/>
              <a:gd name="connsiteX9" fmla="*/ 92912 w 790575"/>
              <a:gd name="connsiteY9" fmla="*/ 363741 h 657225"/>
              <a:gd name="connsiteX10" fmla="*/ 29810 w 790575"/>
              <a:gd name="connsiteY10" fmla="*/ 246164 h 657225"/>
              <a:gd name="connsiteX11" fmla="*/ 19800 w 790575"/>
              <a:gd name="connsiteY11" fmla="*/ 238916 h 657225"/>
              <a:gd name="connsiteX12" fmla="*/ 11058 w 790575"/>
              <a:gd name="connsiteY12" fmla="*/ 247650 h 657225"/>
              <a:gd name="connsiteX13" fmla="*/ 45288 w 790575"/>
              <a:gd name="connsiteY13" fmla="*/ 451275 h 657225"/>
              <a:gd name="connsiteX14" fmla="*/ 198279 w 790575"/>
              <a:gd name="connsiteY14" fmla="*/ 543858 h 657225"/>
              <a:gd name="connsiteX15" fmla="*/ 189052 w 790575"/>
              <a:gd name="connsiteY15" fmla="*/ 612248 h 657225"/>
              <a:gd name="connsiteX16" fmla="*/ 190838 w 790575"/>
              <a:gd name="connsiteY16" fmla="*/ 623297 h 657225"/>
              <a:gd name="connsiteX17" fmla="*/ 219709 w 790575"/>
              <a:gd name="connsiteY17" fmla="*/ 634346 h 657225"/>
              <a:gd name="connsiteX18" fmla="*/ 243224 w 790575"/>
              <a:gd name="connsiteY18" fmla="*/ 635489 h 657225"/>
              <a:gd name="connsiteX19" fmla="*/ 250368 w 790575"/>
              <a:gd name="connsiteY19" fmla="*/ 654825 h 657225"/>
              <a:gd name="connsiteX20" fmla="*/ 365260 w 790575"/>
              <a:gd name="connsiteY20" fmla="*/ 654825 h 657225"/>
              <a:gd name="connsiteX21" fmla="*/ 374487 w 790575"/>
              <a:gd name="connsiteY21" fmla="*/ 642347 h 657225"/>
              <a:gd name="connsiteX22" fmla="*/ 381631 w 790575"/>
              <a:gd name="connsiteY22" fmla="*/ 567290 h 657225"/>
              <a:gd name="connsiteX23" fmla="*/ 533432 w 790575"/>
              <a:gd name="connsiteY23" fmla="*/ 539954 h 657225"/>
              <a:gd name="connsiteX24" fmla="*/ 512894 w 790575"/>
              <a:gd name="connsiteY24" fmla="*/ 574148 h 657225"/>
              <a:gd name="connsiteX25" fmla="*/ 535515 w 790575"/>
              <a:gd name="connsiteY25" fmla="*/ 597389 h 657225"/>
              <a:gd name="connsiteX26" fmla="*/ 529264 w 790575"/>
              <a:gd name="connsiteY26" fmla="*/ 611962 h 657225"/>
              <a:gd name="connsiteX27" fmla="*/ 537896 w 790575"/>
              <a:gd name="connsiteY27" fmla="*/ 625679 h 657225"/>
              <a:gd name="connsiteX28" fmla="*/ 652788 w 790575"/>
              <a:gd name="connsiteY28" fmla="*/ 625679 h 657225"/>
              <a:gd name="connsiteX29" fmla="*/ 662313 w 790575"/>
              <a:gd name="connsiteY29" fmla="*/ 616154 h 657225"/>
              <a:gd name="connsiteX30" fmla="*/ 652788 w 790575"/>
              <a:gd name="connsiteY30" fmla="*/ 539954 h 657225"/>
              <a:gd name="connsiteX31" fmla="*/ 681065 w 790575"/>
              <a:gd name="connsiteY31" fmla="*/ 427177 h 657225"/>
              <a:gd name="connsiteX32" fmla="*/ 787920 w 790575"/>
              <a:gd name="connsiteY32" fmla="*/ 191100 h 657225"/>
              <a:gd name="connsiteX33" fmla="*/ 762323 w 790575"/>
              <a:gd name="connsiteY33" fmla="*/ 66970 h 657225"/>
              <a:gd name="connsiteX34" fmla="*/ 662909 w 790575"/>
              <a:gd name="connsiteY34" fmla="*/ 7144 h 657225"/>
              <a:gd name="connsiteX35" fmla="*/ 580756 w 790575"/>
              <a:gd name="connsiteY35" fmla="*/ 27384 h 657225"/>
              <a:gd name="connsiteX36" fmla="*/ 662312 w 790575"/>
              <a:gd name="connsiteY36" fmla="*/ 26194 h 657225"/>
              <a:gd name="connsiteX37" fmla="*/ 745951 w 790575"/>
              <a:gd name="connsiteY37" fmla="*/ 76800 h 657225"/>
              <a:gd name="connsiteX38" fmla="*/ 768870 w 790575"/>
              <a:gd name="connsiteY38" fmla="*/ 190205 h 657225"/>
              <a:gd name="connsiteX39" fmla="*/ 666480 w 790575"/>
              <a:gd name="connsiteY39" fmla="*/ 414890 h 657225"/>
              <a:gd name="connsiteX40" fmla="*/ 662312 w 790575"/>
              <a:gd name="connsiteY40" fmla="*/ 422700 h 657225"/>
              <a:gd name="connsiteX41" fmla="*/ 634631 w 790575"/>
              <a:gd name="connsiteY41" fmla="*/ 534619 h 657225"/>
              <a:gd name="connsiteX42" fmla="*/ 633738 w 790575"/>
              <a:gd name="connsiteY42" fmla="*/ 539954 h 657225"/>
              <a:gd name="connsiteX43" fmla="*/ 642073 w 790575"/>
              <a:gd name="connsiteY43" fmla="*/ 606629 h 657225"/>
              <a:gd name="connsiteX44" fmla="*/ 551885 w 790575"/>
              <a:gd name="connsiteY44" fmla="*/ 606629 h 657225"/>
              <a:gd name="connsiteX45" fmla="*/ 566470 w 790575"/>
              <a:gd name="connsiteY45" fmla="*/ 519379 h 657225"/>
              <a:gd name="connsiteX46" fmla="*/ 552481 w 790575"/>
              <a:gd name="connsiteY46" fmla="*/ 511093 h 657225"/>
              <a:gd name="connsiteX47" fmla="*/ 375082 w 790575"/>
              <a:gd name="connsiteY47" fmla="*/ 548621 h 657225"/>
              <a:gd name="connsiteX48" fmla="*/ 366451 w 790575"/>
              <a:gd name="connsiteY48" fmla="*/ 553955 h 657225"/>
              <a:gd name="connsiteX49" fmla="*/ 353354 w 790575"/>
              <a:gd name="connsiteY49" fmla="*/ 635775 h 657225"/>
              <a:gd name="connsiteX50" fmla="*/ 261678 w 790575"/>
              <a:gd name="connsiteY50" fmla="*/ 635775 h 657225"/>
              <a:gd name="connsiteX51" fmla="*/ 259594 w 790575"/>
              <a:gd name="connsiteY51" fmla="*/ 546239 h 657225"/>
              <a:gd name="connsiteX52" fmla="*/ 252749 w 790575"/>
              <a:gd name="connsiteY52" fmla="*/ 539382 h 657225"/>
              <a:gd name="connsiteX53" fmla="*/ 60468 w 790575"/>
              <a:gd name="connsiteY53" fmla="*/ 439941 h 657225"/>
              <a:gd name="connsiteX54" fmla="*/ 27428 w 790575"/>
              <a:gd name="connsiteY54" fmla="*/ 292598 h 657225"/>
              <a:gd name="connsiteX55" fmla="*/ 79815 w 790575"/>
              <a:gd name="connsiteY55" fmla="*/ 377743 h 657225"/>
              <a:gd name="connsiteX56" fmla="*/ 202446 w 790575"/>
              <a:gd name="connsiteY56" fmla="*/ 422700 h 657225"/>
              <a:gd name="connsiteX57" fmla="*/ 312576 w 790575"/>
              <a:gd name="connsiteY57" fmla="*/ 378886 h 657225"/>
              <a:gd name="connsiteX58" fmla="*/ 444435 w 790575"/>
              <a:gd name="connsiteY58" fmla="*/ 315830 h 657225"/>
              <a:gd name="connsiteX59" fmla="*/ 656657 w 790575"/>
              <a:gd name="connsiteY59" fmla="*/ 262537 h 657225"/>
              <a:gd name="connsiteX60" fmla="*/ 702197 w 790575"/>
              <a:gd name="connsiteY60" fmla="*/ 211036 h 657225"/>
              <a:gd name="connsiteX61" fmla="*/ 692672 w 790575"/>
              <a:gd name="connsiteY61" fmla="*/ 118472 h 657225"/>
              <a:gd name="connsiteX62" fmla="*/ 681064 w 790575"/>
              <a:gd name="connsiteY62" fmla="*/ 112214 h 657225"/>
              <a:gd name="connsiteX63" fmla="*/ 590580 w 790575"/>
              <a:gd name="connsiteY63" fmla="*/ 118167 h 657225"/>
              <a:gd name="connsiteX64" fmla="*/ 559623 w 790575"/>
              <a:gd name="connsiteY64" fmla="*/ 83344 h 657225"/>
              <a:gd name="connsiteX65" fmla="*/ 590281 w 790575"/>
              <a:gd name="connsiteY65" fmla="*/ 43758 h 657225"/>
              <a:gd name="connsiteX66" fmla="*/ 662312 w 790575"/>
              <a:gd name="connsiteY66" fmla="*/ 26194 h 657225"/>
              <a:gd name="connsiteX67" fmla="*/ 654871 w 790575"/>
              <a:gd name="connsiteY67" fmla="*/ 54769 h 657225"/>
              <a:gd name="connsiteX68" fmla="*/ 645346 w 790575"/>
              <a:gd name="connsiteY68" fmla="*/ 64294 h 657225"/>
              <a:gd name="connsiteX69" fmla="*/ 654871 w 790575"/>
              <a:gd name="connsiteY69" fmla="*/ 73819 h 657225"/>
              <a:gd name="connsiteX70" fmla="*/ 664396 w 790575"/>
              <a:gd name="connsiteY70" fmla="*/ 64294 h 657225"/>
              <a:gd name="connsiteX71" fmla="*/ 654871 w 790575"/>
              <a:gd name="connsiteY71" fmla="*/ 54769 h 657225"/>
              <a:gd name="connsiteX72" fmla="*/ 219114 w 790575"/>
              <a:gd name="connsiteY72" fmla="*/ 549764 h 657225"/>
              <a:gd name="connsiteX73" fmla="*/ 242033 w 790575"/>
              <a:gd name="connsiteY73" fmla="*/ 556050 h 657225"/>
              <a:gd name="connsiteX74" fmla="*/ 246796 w 790575"/>
              <a:gd name="connsiteY74" fmla="*/ 616725 h 657225"/>
              <a:gd name="connsiteX75" fmla="*/ 222091 w 790575"/>
              <a:gd name="connsiteY75" fmla="*/ 615582 h 657225"/>
              <a:gd name="connsiteX76" fmla="*/ 209589 w 790575"/>
              <a:gd name="connsiteY76" fmla="*/ 611391 h 657225"/>
              <a:gd name="connsiteX77" fmla="*/ 219114 w 790575"/>
              <a:gd name="connsiteY77" fmla="*/ 549764 h 657225"/>
              <a:gd name="connsiteX78" fmla="*/ 545039 w 790575"/>
              <a:gd name="connsiteY78" fmla="*/ 560147 h 657225"/>
              <a:gd name="connsiteX79" fmla="*/ 541765 w 790575"/>
              <a:gd name="connsiteY79" fmla="*/ 578339 h 657225"/>
              <a:gd name="connsiteX80" fmla="*/ 534026 w 790575"/>
              <a:gd name="connsiteY80" fmla="*/ 576815 h 657225"/>
              <a:gd name="connsiteX81" fmla="*/ 545039 w 790575"/>
              <a:gd name="connsiteY81" fmla="*/ 560147 h 65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790575" h="657225">
                <a:moveTo>
                  <a:pt x="580756" y="27384"/>
                </a:moveTo>
                <a:cubicBezTo>
                  <a:pt x="557873" y="40262"/>
                  <a:pt x="540574" y="59531"/>
                  <a:pt x="540574" y="83344"/>
                </a:cubicBezTo>
                <a:cubicBezTo>
                  <a:pt x="541766" y="112471"/>
                  <a:pt x="561134" y="130226"/>
                  <a:pt x="585817" y="136627"/>
                </a:cubicBezTo>
                <a:cubicBezTo>
                  <a:pt x="609873" y="142637"/>
                  <a:pt x="641260" y="139894"/>
                  <a:pt x="676005" y="132159"/>
                </a:cubicBezTo>
                <a:cubicBezTo>
                  <a:pt x="685334" y="165154"/>
                  <a:pt x="688052" y="189709"/>
                  <a:pt x="683744" y="206273"/>
                </a:cubicBezTo>
                <a:cubicBezTo>
                  <a:pt x="679046" y="224342"/>
                  <a:pt x="668007" y="235544"/>
                  <a:pt x="648323" y="245269"/>
                </a:cubicBezTo>
                <a:cubicBezTo>
                  <a:pt x="608955" y="264729"/>
                  <a:pt x="536090" y="273025"/>
                  <a:pt x="439671" y="297361"/>
                </a:cubicBezTo>
                <a:cubicBezTo>
                  <a:pt x="390465" y="314020"/>
                  <a:pt x="343457" y="339928"/>
                  <a:pt x="303349" y="362502"/>
                </a:cubicBezTo>
                <a:cubicBezTo>
                  <a:pt x="262739" y="385458"/>
                  <a:pt x="226905" y="403650"/>
                  <a:pt x="202446" y="403650"/>
                </a:cubicBezTo>
                <a:cubicBezTo>
                  <a:pt x="156481" y="403650"/>
                  <a:pt x="121083" y="389934"/>
                  <a:pt x="92912" y="363741"/>
                </a:cubicBezTo>
                <a:cubicBezTo>
                  <a:pt x="64740" y="337547"/>
                  <a:pt x="43873" y="298237"/>
                  <a:pt x="29810" y="246164"/>
                </a:cubicBezTo>
                <a:cubicBezTo>
                  <a:pt x="28752" y="241811"/>
                  <a:pt x="24269" y="238563"/>
                  <a:pt x="19800" y="238916"/>
                </a:cubicBezTo>
                <a:cubicBezTo>
                  <a:pt x="15332" y="239268"/>
                  <a:pt x="11416" y="243183"/>
                  <a:pt x="11058" y="247650"/>
                </a:cubicBezTo>
                <a:cubicBezTo>
                  <a:pt x="1369" y="335737"/>
                  <a:pt x="8543" y="401364"/>
                  <a:pt x="45288" y="451275"/>
                </a:cubicBezTo>
                <a:cubicBezTo>
                  <a:pt x="75501" y="492233"/>
                  <a:pt x="125204" y="521189"/>
                  <a:pt x="198279" y="543858"/>
                </a:cubicBezTo>
                <a:cubicBezTo>
                  <a:pt x="206445" y="568718"/>
                  <a:pt x="197975" y="594436"/>
                  <a:pt x="189052" y="612248"/>
                </a:cubicBezTo>
                <a:cubicBezTo>
                  <a:pt x="187270" y="615868"/>
                  <a:pt x="188025" y="620439"/>
                  <a:pt x="190838" y="623297"/>
                </a:cubicBezTo>
                <a:cubicBezTo>
                  <a:pt x="198547" y="631012"/>
                  <a:pt x="209043" y="633012"/>
                  <a:pt x="219709" y="634346"/>
                </a:cubicBezTo>
                <a:cubicBezTo>
                  <a:pt x="227607" y="635299"/>
                  <a:pt x="235593" y="635393"/>
                  <a:pt x="243224" y="635489"/>
                </a:cubicBezTo>
                <a:cubicBezTo>
                  <a:pt x="239128" y="645490"/>
                  <a:pt x="244581" y="650824"/>
                  <a:pt x="250368" y="654825"/>
                </a:cubicBezTo>
                <a:lnTo>
                  <a:pt x="365260" y="654825"/>
                </a:lnTo>
                <a:cubicBezTo>
                  <a:pt x="371315" y="654920"/>
                  <a:pt x="376379" y="648062"/>
                  <a:pt x="374487" y="642347"/>
                </a:cubicBezTo>
                <a:cubicBezTo>
                  <a:pt x="365837" y="616154"/>
                  <a:pt x="366153" y="600342"/>
                  <a:pt x="381631" y="567290"/>
                </a:cubicBezTo>
                <a:cubicBezTo>
                  <a:pt x="435595" y="566909"/>
                  <a:pt x="483509" y="560718"/>
                  <a:pt x="533432" y="539954"/>
                </a:cubicBezTo>
                <a:cubicBezTo>
                  <a:pt x="529812" y="553383"/>
                  <a:pt x="518117" y="563956"/>
                  <a:pt x="512894" y="574148"/>
                </a:cubicBezTo>
                <a:cubicBezTo>
                  <a:pt x="510967" y="587959"/>
                  <a:pt x="525038" y="593007"/>
                  <a:pt x="535515" y="597389"/>
                </a:cubicBezTo>
                <a:cubicBezTo>
                  <a:pt x="533686" y="602056"/>
                  <a:pt x="531750" y="606914"/>
                  <a:pt x="529264" y="611962"/>
                </a:cubicBezTo>
                <a:cubicBezTo>
                  <a:pt x="526445" y="617772"/>
                  <a:pt x="531449" y="625679"/>
                  <a:pt x="537896" y="625679"/>
                </a:cubicBezTo>
                <a:lnTo>
                  <a:pt x="652788" y="625679"/>
                </a:lnTo>
                <a:cubicBezTo>
                  <a:pt x="657776" y="625679"/>
                  <a:pt x="662312" y="621106"/>
                  <a:pt x="662313" y="616154"/>
                </a:cubicBezTo>
                <a:cubicBezTo>
                  <a:pt x="662313" y="595389"/>
                  <a:pt x="656007" y="564814"/>
                  <a:pt x="652788" y="539954"/>
                </a:cubicBezTo>
                <a:cubicBezTo>
                  <a:pt x="670388" y="504330"/>
                  <a:pt x="680487" y="480898"/>
                  <a:pt x="681065" y="427177"/>
                </a:cubicBezTo>
                <a:cubicBezTo>
                  <a:pt x="744899" y="379647"/>
                  <a:pt x="784301" y="281274"/>
                  <a:pt x="787920" y="191100"/>
                </a:cubicBezTo>
                <a:cubicBezTo>
                  <a:pt x="789768" y="145066"/>
                  <a:pt x="782346" y="100946"/>
                  <a:pt x="762323" y="66970"/>
                </a:cubicBezTo>
                <a:cubicBezTo>
                  <a:pt x="742300" y="33004"/>
                  <a:pt x="708864" y="9725"/>
                  <a:pt x="662909" y="7144"/>
                </a:cubicBezTo>
                <a:cubicBezTo>
                  <a:pt x="626440" y="7372"/>
                  <a:pt x="603235" y="15087"/>
                  <a:pt x="580756" y="27384"/>
                </a:cubicBezTo>
                <a:close/>
                <a:moveTo>
                  <a:pt x="662312" y="26194"/>
                </a:moveTo>
                <a:cubicBezTo>
                  <a:pt x="702202" y="28613"/>
                  <a:pt x="728653" y="47454"/>
                  <a:pt x="745951" y="76800"/>
                </a:cubicBezTo>
                <a:cubicBezTo>
                  <a:pt x="763342" y="106299"/>
                  <a:pt x="770615" y="146771"/>
                  <a:pt x="768870" y="190205"/>
                </a:cubicBezTo>
                <a:cubicBezTo>
                  <a:pt x="765383" y="277063"/>
                  <a:pt x="724766" y="374218"/>
                  <a:pt x="666480" y="414890"/>
                </a:cubicBezTo>
                <a:cubicBezTo>
                  <a:pt x="663962" y="416604"/>
                  <a:pt x="662356" y="419652"/>
                  <a:pt x="662312" y="422700"/>
                </a:cubicBezTo>
                <a:cubicBezTo>
                  <a:pt x="662312" y="479660"/>
                  <a:pt x="653787" y="495948"/>
                  <a:pt x="634631" y="534619"/>
                </a:cubicBezTo>
                <a:cubicBezTo>
                  <a:pt x="633825" y="536238"/>
                  <a:pt x="633512" y="538143"/>
                  <a:pt x="633738" y="539954"/>
                </a:cubicBezTo>
                <a:cubicBezTo>
                  <a:pt x="636595" y="563003"/>
                  <a:pt x="640833" y="588436"/>
                  <a:pt x="642073" y="606629"/>
                </a:cubicBezTo>
                <a:lnTo>
                  <a:pt x="551885" y="606629"/>
                </a:lnTo>
                <a:cubicBezTo>
                  <a:pt x="565536" y="572910"/>
                  <a:pt x="566470" y="544906"/>
                  <a:pt x="566470" y="519379"/>
                </a:cubicBezTo>
                <a:cubicBezTo>
                  <a:pt x="566413" y="512902"/>
                  <a:pt x="558231" y="508045"/>
                  <a:pt x="552481" y="511093"/>
                </a:cubicBezTo>
                <a:cubicBezTo>
                  <a:pt x="493099" y="542144"/>
                  <a:pt x="440651" y="548621"/>
                  <a:pt x="375082" y="548621"/>
                </a:cubicBezTo>
                <a:cubicBezTo>
                  <a:pt x="371510" y="548621"/>
                  <a:pt x="368014" y="550717"/>
                  <a:pt x="366451" y="553955"/>
                </a:cubicBezTo>
                <a:cubicBezTo>
                  <a:pt x="349528" y="588150"/>
                  <a:pt x="347461" y="610914"/>
                  <a:pt x="353354" y="635775"/>
                </a:cubicBezTo>
                <a:lnTo>
                  <a:pt x="261678" y="635775"/>
                </a:lnTo>
                <a:cubicBezTo>
                  <a:pt x="268169" y="608819"/>
                  <a:pt x="268145" y="580720"/>
                  <a:pt x="259594" y="546239"/>
                </a:cubicBezTo>
                <a:cubicBezTo>
                  <a:pt x="258750" y="542906"/>
                  <a:pt x="256026" y="540239"/>
                  <a:pt x="252749" y="539382"/>
                </a:cubicBezTo>
                <a:cubicBezTo>
                  <a:pt x="153138" y="515378"/>
                  <a:pt x="93162" y="484327"/>
                  <a:pt x="60468" y="439941"/>
                </a:cubicBezTo>
                <a:cubicBezTo>
                  <a:pt x="33628" y="403460"/>
                  <a:pt x="24814" y="355835"/>
                  <a:pt x="27428" y="292598"/>
                </a:cubicBezTo>
                <a:cubicBezTo>
                  <a:pt x="41099" y="326593"/>
                  <a:pt x="57161" y="356692"/>
                  <a:pt x="79815" y="377743"/>
                </a:cubicBezTo>
                <a:cubicBezTo>
                  <a:pt x="111504" y="407175"/>
                  <a:pt x="152633" y="422700"/>
                  <a:pt x="202446" y="422700"/>
                </a:cubicBezTo>
                <a:cubicBezTo>
                  <a:pt x="235454" y="422700"/>
                  <a:pt x="271775" y="401936"/>
                  <a:pt x="312576" y="378886"/>
                </a:cubicBezTo>
                <a:cubicBezTo>
                  <a:pt x="353300" y="355930"/>
                  <a:pt x="398127" y="329927"/>
                  <a:pt x="444435" y="315830"/>
                </a:cubicBezTo>
                <a:cubicBezTo>
                  <a:pt x="514809" y="293265"/>
                  <a:pt x="595182" y="291532"/>
                  <a:pt x="656657" y="262537"/>
                </a:cubicBezTo>
                <a:cubicBezTo>
                  <a:pt x="679373" y="251307"/>
                  <a:pt x="696046" y="234686"/>
                  <a:pt x="702197" y="211036"/>
                </a:cubicBezTo>
                <a:cubicBezTo>
                  <a:pt x="708349" y="187395"/>
                  <a:pt x="704901" y="157982"/>
                  <a:pt x="692672" y="118472"/>
                </a:cubicBezTo>
                <a:cubicBezTo>
                  <a:pt x="691181" y="113852"/>
                  <a:pt x="685742" y="110919"/>
                  <a:pt x="681064" y="112214"/>
                </a:cubicBezTo>
                <a:cubicBezTo>
                  <a:pt x="643871" y="121520"/>
                  <a:pt x="611782" y="123473"/>
                  <a:pt x="590580" y="118167"/>
                </a:cubicBezTo>
                <a:cubicBezTo>
                  <a:pt x="571963" y="113329"/>
                  <a:pt x="559804" y="100203"/>
                  <a:pt x="559623" y="83344"/>
                </a:cubicBezTo>
                <a:cubicBezTo>
                  <a:pt x="559623" y="69056"/>
                  <a:pt x="570827" y="54702"/>
                  <a:pt x="590281" y="43758"/>
                </a:cubicBezTo>
                <a:cubicBezTo>
                  <a:pt x="610126" y="31842"/>
                  <a:pt x="635109" y="25861"/>
                  <a:pt x="662312" y="26194"/>
                </a:cubicBezTo>
                <a:close/>
                <a:moveTo>
                  <a:pt x="654871" y="54769"/>
                </a:moveTo>
                <a:cubicBezTo>
                  <a:pt x="649611" y="54769"/>
                  <a:pt x="645346" y="59036"/>
                  <a:pt x="645346" y="64294"/>
                </a:cubicBezTo>
                <a:cubicBezTo>
                  <a:pt x="645346" y="69561"/>
                  <a:pt x="649611" y="73819"/>
                  <a:pt x="654871" y="73819"/>
                </a:cubicBezTo>
                <a:cubicBezTo>
                  <a:pt x="660132" y="73819"/>
                  <a:pt x="664396" y="69561"/>
                  <a:pt x="664396" y="64294"/>
                </a:cubicBezTo>
                <a:cubicBezTo>
                  <a:pt x="664396" y="59036"/>
                  <a:pt x="660132" y="54769"/>
                  <a:pt x="654871" y="54769"/>
                </a:cubicBezTo>
                <a:close/>
                <a:moveTo>
                  <a:pt x="219114" y="549764"/>
                </a:moveTo>
                <a:cubicBezTo>
                  <a:pt x="226626" y="551860"/>
                  <a:pt x="234067" y="554051"/>
                  <a:pt x="242033" y="556050"/>
                </a:cubicBezTo>
                <a:cubicBezTo>
                  <a:pt x="247323" y="579292"/>
                  <a:pt x="248824" y="598627"/>
                  <a:pt x="246796" y="616725"/>
                </a:cubicBezTo>
                <a:cubicBezTo>
                  <a:pt x="238461" y="616725"/>
                  <a:pt x="229722" y="616439"/>
                  <a:pt x="222091" y="615582"/>
                </a:cubicBezTo>
                <a:cubicBezTo>
                  <a:pt x="215678" y="614820"/>
                  <a:pt x="212767" y="612914"/>
                  <a:pt x="209589" y="611391"/>
                </a:cubicBezTo>
                <a:cubicBezTo>
                  <a:pt x="216908" y="594532"/>
                  <a:pt x="223095" y="573005"/>
                  <a:pt x="219114" y="549764"/>
                </a:cubicBezTo>
                <a:close/>
                <a:moveTo>
                  <a:pt x="545039" y="560147"/>
                </a:moveTo>
                <a:cubicBezTo>
                  <a:pt x="544303" y="566052"/>
                  <a:pt x="543321" y="572148"/>
                  <a:pt x="541765" y="578339"/>
                </a:cubicBezTo>
                <a:cubicBezTo>
                  <a:pt x="538881" y="579197"/>
                  <a:pt x="536380" y="577386"/>
                  <a:pt x="534026" y="576815"/>
                </a:cubicBezTo>
                <a:cubicBezTo>
                  <a:pt x="538067" y="571005"/>
                  <a:pt x="541884" y="565099"/>
                  <a:pt x="545039" y="56014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ES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1DCE69A-183E-4D92-928A-CEE76B9E5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gradFill>
              <a:gsLst>
                <a:gs pos="0">
                  <a:schemeClr val="accent1"/>
                </a:gs>
                <a:gs pos="100000">
                  <a:schemeClr val="accent5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Marcador de posición de imagen 7" descr="niña con coletas levantando su mano con pizarra en segundo plano">
            <a:extLst>
              <a:ext uri="{FF2B5EF4-FFF2-40B4-BE49-F238E27FC236}">
                <a16:creationId xmlns:a16="http://schemas.microsoft.com/office/drawing/2014/main" id="{A8A29F18-9B4E-4798-8043-A88568C47F1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801097" y="1"/>
            <a:ext cx="4389475" cy="6677644"/>
          </a:xfrm>
        </p:spPr>
      </p:pic>
    </p:spTree>
    <p:extLst>
      <p:ext uri="{BB962C8B-B14F-4D97-AF65-F5344CB8AC3E}">
        <p14:creationId xmlns:p14="http://schemas.microsoft.com/office/powerpoint/2010/main" val="268675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1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B6CD9"/>
      </a:accent2>
      <a:accent3>
        <a:srgbClr val="0C3DF8"/>
      </a:accent3>
      <a:accent4>
        <a:srgbClr val="F2194A"/>
      </a:accent4>
      <a:accent5>
        <a:srgbClr val="0CF8B6"/>
      </a:accent5>
      <a:accent6>
        <a:srgbClr val="BDB313"/>
      </a:accent6>
      <a:hlink>
        <a:srgbClr val="00B0F0"/>
      </a:hlink>
      <a:folHlink>
        <a:srgbClr val="00B0F0"/>
      </a:folHlink>
    </a:clrScheme>
    <a:fontScheme name="Custom 162">
      <a:majorFont>
        <a:latin typeface="Tw Cen MT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4309241_TF78043420" id="{190D183D-16CA-452F-93F4-0F7BEDD80142}" vid="{40B9ADFB-32A5-4672-AF76-5BFDC6221EB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cbc5777-3497-4e11-ab62-5debc3e9569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DA1BF26AEEB6748BAF5FF1511CA23CE" ma:contentTypeVersion="16" ma:contentTypeDescription="Crear nuevo documento." ma:contentTypeScope="" ma:versionID="0785884b31ef9bf3345e1bd2053120e1">
  <xsd:schema xmlns:xsd="http://www.w3.org/2001/XMLSchema" xmlns:xs="http://www.w3.org/2001/XMLSchema" xmlns:p="http://schemas.microsoft.com/office/2006/metadata/properties" xmlns:ns3="4cbc5777-3497-4e11-ab62-5debc3e95692" xmlns:ns4="6d9942ab-6ac2-4ee2-880f-24b665520d72" targetNamespace="http://schemas.microsoft.com/office/2006/metadata/properties" ma:root="true" ma:fieldsID="74b29f61def7d9a757cb0d04f6dc060b" ns3:_="" ns4:_="">
    <xsd:import namespace="4cbc5777-3497-4e11-ab62-5debc3e95692"/>
    <xsd:import namespace="6d9942ab-6ac2-4ee2-880f-24b665520d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CR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bc5777-3497-4e11-ab62-5debc3e956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942ab-6ac2-4ee2-880f-24b665520d7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6F88E7-54FF-42C1-B80C-A33F08078CB9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4cbc5777-3497-4e11-ab62-5debc3e95692"/>
    <ds:schemaRef ds:uri="http://purl.org/dc/dcmitype/"/>
    <ds:schemaRef ds:uri="6d9942ab-6ac2-4ee2-880f-24b665520d72"/>
    <ds:schemaRef ds:uri="http://purl.org/dc/elements/1.1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AF9D011-CF34-4DBE-80BE-0D8967CBA1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4EB504-642B-40BE-A29E-6D20305B8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bc5777-3497-4e11-ab62-5debc3e95692"/>
    <ds:schemaRef ds:uri="6d9942ab-6ac2-4ee2-880f-24b665520d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77b766b-61f0-4e7c-9373-928832aa9fef}" enabled="0" method="" siteId="{077b766b-61f0-4e7c-9373-928832aa9fe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feria de ciencias</Template>
  <TotalTime>13</TotalTime>
  <Words>78</Words>
  <Application>Microsoft Office PowerPoint</Application>
  <PresentationFormat>Panorámica</PresentationFormat>
  <Paragraphs>32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Lucida Sans Typewriter</vt:lpstr>
      <vt:lpstr>Times New Roman</vt:lpstr>
      <vt:lpstr>Tw Cen MT</vt:lpstr>
      <vt:lpstr>Tema de Office</vt:lpstr>
      <vt:lpstr>Título de la portada de la presentación</vt:lpstr>
      <vt:lpstr>Diagramas y gráficos</vt:lpstr>
      <vt:lpstr>{{titulo}}</vt:lpstr>
      <vt:lpstr>Graphic 2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Jhonatan Giraldo Cardona</dc:creator>
  <cp:lastModifiedBy>Jhonatan Giraldo Cardona</cp:lastModifiedBy>
  <cp:revision>2</cp:revision>
  <dcterms:created xsi:type="dcterms:W3CDTF">2025-10-21T23:40:49Z</dcterms:created>
  <dcterms:modified xsi:type="dcterms:W3CDTF">2025-10-23T07:56:06Z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0x0101000DA1BF26AEEB6748BAF5FF1511CA23CE</vt:lpwstr>
  </property>
</Properties>
</file>