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76" r:id="rId3"/>
    <p:sldId id="259" r:id="rId4"/>
    <p:sldId id="278" r:id="rId5"/>
    <p:sldId id="275" r:id="rId6"/>
  </p:sldIdLst>
  <p:sldSz cx="9144000" cy="5143500" type="screen16x9"/>
  <p:notesSz cx="6858000" cy="9144000"/>
  <p:embeddedFontLst>
    <p:embeddedFont>
      <p:font typeface="IBM Plex Mono" panose="020B0509050203000203" pitchFamily="49" charset="0"/>
      <p:regular r:id="rId8"/>
      <p:bold r:id="rId9"/>
      <p:italic r:id="rId10"/>
      <p:boldItalic r:id="rId11"/>
    </p:embeddedFont>
    <p:embeddedFont>
      <p:font typeface="Inter" panose="020B0604020202020204" charset="0"/>
      <p:regular r:id="rId12"/>
      <p:bold r:id="rId13"/>
      <p:italic r:id="rId14"/>
      <p:boldItalic r:id="rId15"/>
    </p:embeddedFont>
    <p:embeddedFont>
      <p:font typeface="Inter Light" panose="020B060402020202020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C2F5EB2-3172-4DFE-817F-F0AFBD0E212A}">
  <a:tblStyle styleId="{EC2F5EB2-3172-4DFE-817F-F0AFBD0E212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1308" y="2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onatan Giraldo Cardona" userId="a53f930c-eccf-4fde-b0e6-d4b418d64efc" providerId="ADAL" clId="{A5EF7C59-18D6-4C0E-BC4B-0B0C3E9E9E2C}"/>
    <pc:docChg chg="undo custSel addSld delSld modSld">
      <pc:chgData name="Jhonatan Giraldo Cardona" userId="a53f930c-eccf-4fde-b0e6-d4b418d64efc" providerId="ADAL" clId="{A5EF7C59-18D6-4C0E-BC4B-0B0C3E9E9E2C}" dt="2025-10-29T05:39:45.508" v="109" actId="47"/>
      <pc:docMkLst>
        <pc:docMk/>
      </pc:docMkLst>
      <pc:sldChg chg="add del">
        <pc:chgData name="Jhonatan Giraldo Cardona" userId="a53f930c-eccf-4fde-b0e6-d4b418d64efc" providerId="ADAL" clId="{A5EF7C59-18D6-4C0E-BC4B-0B0C3E9E9E2C}" dt="2025-10-29T05:39:12.256" v="106" actId="47"/>
        <pc:sldMkLst>
          <pc:docMk/>
          <pc:sldMk cId="0" sldId="257"/>
        </pc:sldMkLst>
      </pc:sldChg>
      <pc:sldChg chg="del">
        <pc:chgData name="Jhonatan Giraldo Cardona" userId="a53f930c-eccf-4fde-b0e6-d4b418d64efc" providerId="ADAL" clId="{A5EF7C59-18D6-4C0E-BC4B-0B0C3E9E9E2C}" dt="2025-10-29T05:39:32.464" v="107" actId="47"/>
        <pc:sldMkLst>
          <pc:docMk/>
          <pc:sldMk cId="0" sldId="258"/>
        </pc:sldMkLst>
      </pc:sldChg>
      <pc:sldChg chg="addSp delSp modSp mod">
        <pc:chgData name="Jhonatan Giraldo Cardona" userId="a53f930c-eccf-4fde-b0e6-d4b418d64efc" providerId="ADAL" clId="{A5EF7C59-18D6-4C0E-BC4B-0B0C3E9E9E2C}" dt="2025-10-24T10:21:46.603" v="96" actId="20577"/>
        <pc:sldMkLst>
          <pc:docMk/>
          <pc:sldMk cId="0" sldId="259"/>
        </pc:sldMkLst>
        <pc:spChg chg="mod">
          <ac:chgData name="Jhonatan Giraldo Cardona" userId="a53f930c-eccf-4fde-b0e6-d4b418d64efc" providerId="ADAL" clId="{A5EF7C59-18D6-4C0E-BC4B-0B0C3E9E9E2C}" dt="2025-10-24T10:21:46.603" v="96" actId="20577"/>
          <ac:spMkLst>
            <pc:docMk/>
            <pc:sldMk cId="0" sldId="259"/>
            <ac:spMk id="98" creationId="{00000000-0000-0000-0000-000000000000}"/>
          </ac:spMkLst>
        </pc:spChg>
        <pc:picChg chg="add del">
          <ac:chgData name="Jhonatan Giraldo Cardona" userId="a53f930c-eccf-4fde-b0e6-d4b418d64efc" providerId="ADAL" clId="{A5EF7C59-18D6-4C0E-BC4B-0B0C3E9E9E2C}" dt="2025-10-24T10:21:42.454" v="91" actId="478"/>
          <ac:picMkLst>
            <pc:docMk/>
            <pc:sldMk cId="0" sldId="259"/>
            <ac:picMk id="99" creationId="{00000000-0000-0000-0000-000000000000}"/>
          </ac:picMkLst>
        </pc:picChg>
      </pc:sldChg>
      <pc:sldChg chg="del">
        <pc:chgData name="Jhonatan Giraldo Cardona" userId="a53f930c-eccf-4fde-b0e6-d4b418d64efc" providerId="ADAL" clId="{A5EF7C59-18D6-4C0E-BC4B-0B0C3E9E9E2C}" dt="2025-10-29T05:39:45.508" v="109" actId="47"/>
        <pc:sldMkLst>
          <pc:docMk/>
          <pc:sldMk cId="0" sldId="260"/>
        </pc:sldMkLst>
      </pc:sldChg>
      <pc:sldChg chg="del">
        <pc:chgData name="Jhonatan Giraldo Cardona" userId="a53f930c-eccf-4fde-b0e6-d4b418d64efc" providerId="ADAL" clId="{A5EF7C59-18D6-4C0E-BC4B-0B0C3E9E9E2C}" dt="2025-10-29T05:39:45.508" v="109" actId="47"/>
        <pc:sldMkLst>
          <pc:docMk/>
          <pc:sldMk cId="0" sldId="261"/>
        </pc:sldMkLst>
      </pc:sldChg>
      <pc:sldChg chg="del">
        <pc:chgData name="Jhonatan Giraldo Cardona" userId="a53f930c-eccf-4fde-b0e6-d4b418d64efc" providerId="ADAL" clId="{A5EF7C59-18D6-4C0E-BC4B-0B0C3E9E9E2C}" dt="2025-10-29T05:39:45.508" v="109" actId="47"/>
        <pc:sldMkLst>
          <pc:docMk/>
          <pc:sldMk cId="0" sldId="262"/>
        </pc:sldMkLst>
      </pc:sldChg>
      <pc:sldChg chg="del">
        <pc:chgData name="Jhonatan Giraldo Cardona" userId="a53f930c-eccf-4fde-b0e6-d4b418d64efc" providerId="ADAL" clId="{A5EF7C59-18D6-4C0E-BC4B-0B0C3E9E9E2C}" dt="2025-10-29T05:39:45.508" v="109" actId="47"/>
        <pc:sldMkLst>
          <pc:docMk/>
          <pc:sldMk cId="0" sldId="263"/>
        </pc:sldMkLst>
      </pc:sldChg>
      <pc:sldChg chg="del">
        <pc:chgData name="Jhonatan Giraldo Cardona" userId="a53f930c-eccf-4fde-b0e6-d4b418d64efc" providerId="ADAL" clId="{A5EF7C59-18D6-4C0E-BC4B-0B0C3E9E9E2C}" dt="2025-10-29T05:39:45.508" v="109" actId="47"/>
        <pc:sldMkLst>
          <pc:docMk/>
          <pc:sldMk cId="0" sldId="264"/>
        </pc:sldMkLst>
      </pc:sldChg>
      <pc:sldChg chg="del">
        <pc:chgData name="Jhonatan Giraldo Cardona" userId="a53f930c-eccf-4fde-b0e6-d4b418d64efc" providerId="ADAL" clId="{A5EF7C59-18D6-4C0E-BC4B-0B0C3E9E9E2C}" dt="2025-10-29T05:39:45.508" v="109" actId="47"/>
        <pc:sldMkLst>
          <pc:docMk/>
          <pc:sldMk cId="0" sldId="265"/>
        </pc:sldMkLst>
      </pc:sldChg>
      <pc:sldChg chg="del">
        <pc:chgData name="Jhonatan Giraldo Cardona" userId="a53f930c-eccf-4fde-b0e6-d4b418d64efc" providerId="ADAL" clId="{A5EF7C59-18D6-4C0E-BC4B-0B0C3E9E9E2C}" dt="2025-10-29T05:39:45.508" v="109" actId="47"/>
        <pc:sldMkLst>
          <pc:docMk/>
          <pc:sldMk cId="0" sldId="266"/>
        </pc:sldMkLst>
      </pc:sldChg>
      <pc:sldChg chg="del">
        <pc:chgData name="Jhonatan Giraldo Cardona" userId="a53f930c-eccf-4fde-b0e6-d4b418d64efc" providerId="ADAL" clId="{A5EF7C59-18D6-4C0E-BC4B-0B0C3E9E9E2C}" dt="2025-10-29T05:39:45.508" v="109" actId="47"/>
        <pc:sldMkLst>
          <pc:docMk/>
          <pc:sldMk cId="0" sldId="267"/>
        </pc:sldMkLst>
      </pc:sldChg>
      <pc:sldChg chg="del">
        <pc:chgData name="Jhonatan Giraldo Cardona" userId="a53f930c-eccf-4fde-b0e6-d4b418d64efc" providerId="ADAL" clId="{A5EF7C59-18D6-4C0E-BC4B-0B0C3E9E9E2C}" dt="2025-10-29T05:39:45.508" v="109" actId="47"/>
        <pc:sldMkLst>
          <pc:docMk/>
          <pc:sldMk cId="0" sldId="268"/>
        </pc:sldMkLst>
      </pc:sldChg>
      <pc:sldChg chg="del">
        <pc:chgData name="Jhonatan Giraldo Cardona" userId="a53f930c-eccf-4fde-b0e6-d4b418d64efc" providerId="ADAL" clId="{A5EF7C59-18D6-4C0E-BC4B-0B0C3E9E9E2C}" dt="2025-10-29T05:39:45.508" v="109" actId="47"/>
        <pc:sldMkLst>
          <pc:docMk/>
          <pc:sldMk cId="0" sldId="269"/>
        </pc:sldMkLst>
      </pc:sldChg>
      <pc:sldChg chg="del">
        <pc:chgData name="Jhonatan Giraldo Cardona" userId="a53f930c-eccf-4fde-b0e6-d4b418d64efc" providerId="ADAL" clId="{A5EF7C59-18D6-4C0E-BC4B-0B0C3E9E9E2C}" dt="2025-10-29T05:39:45.508" v="109" actId="47"/>
        <pc:sldMkLst>
          <pc:docMk/>
          <pc:sldMk cId="0" sldId="270"/>
        </pc:sldMkLst>
      </pc:sldChg>
      <pc:sldChg chg="del">
        <pc:chgData name="Jhonatan Giraldo Cardona" userId="a53f930c-eccf-4fde-b0e6-d4b418d64efc" providerId="ADAL" clId="{A5EF7C59-18D6-4C0E-BC4B-0B0C3E9E9E2C}" dt="2025-10-29T05:39:45.508" v="109" actId="47"/>
        <pc:sldMkLst>
          <pc:docMk/>
          <pc:sldMk cId="0" sldId="271"/>
        </pc:sldMkLst>
      </pc:sldChg>
      <pc:sldChg chg="del">
        <pc:chgData name="Jhonatan Giraldo Cardona" userId="a53f930c-eccf-4fde-b0e6-d4b418d64efc" providerId="ADAL" clId="{A5EF7C59-18D6-4C0E-BC4B-0B0C3E9E9E2C}" dt="2025-10-29T05:39:45.508" v="109" actId="47"/>
        <pc:sldMkLst>
          <pc:docMk/>
          <pc:sldMk cId="0" sldId="272"/>
        </pc:sldMkLst>
      </pc:sldChg>
      <pc:sldChg chg="del">
        <pc:chgData name="Jhonatan Giraldo Cardona" userId="a53f930c-eccf-4fde-b0e6-d4b418d64efc" providerId="ADAL" clId="{A5EF7C59-18D6-4C0E-BC4B-0B0C3E9E9E2C}" dt="2025-10-29T05:39:45.508" v="109" actId="47"/>
        <pc:sldMkLst>
          <pc:docMk/>
          <pc:sldMk cId="0" sldId="273"/>
        </pc:sldMkLst>
      </pc:sldChg>
      <pc:sldChg chg="del">
        <pc:chgData name="Jhonatan Giraldo Cardona" userId="a53f930c-eccf-4fde-b0e6-d4b418d64efc" providerId="ADAL" clId="{A5EF7C59-18D6-4C0E-BC4B-0B0C3E9E9E2C}" dt="2025-10-29T05:39:45.508" v="109" actId="47"/>
        <pc:sldMkLst>
          <pc:docMk/>
          <pc:sldMk cId="0" sldId="274"/>
        </pc:sldMkLst>
      </pc:sldChg>
      <pc:sldChg chg="modSp add mod">
        <pc:chgData name="Jhonatan Giraldo Cardona" userId="a53f930c-eccf-4fde-b0e6-d4b418d64efc" providerId="ADAL" clId="{A5EF7C59-18D6-4C0E-BC4B-0B0C3E9E9E2C}" dt="2025-10-24T10:15:25.950" v="24" actId="20577"/>
        <pc:sldMkLst>
          <pc:docMk/>
          <pc:sldMk cId="3696402335" sldId="276"/>
        </pc:sldMkLst>
        <pc:spChg chg="mod">
          <ac:chgData name="Jhonatan Giraldo Cardona" userId="a53f930c-eccf-4fde-b0e6-d4b418d64efc" providerId="ADAL" clId="{A5EF7C59-18D6-4C0E-BC4B-0B0C3E9E9E2C}" dt="2025-10-24T10:15:25.950" v="24" actId="20577"/>
          <ac:spMkLst>
            <pc:docMk/>
            <pc:sldMk cId="3696402335" sldId="276"/>
            <ac:spMk id="71" creationId="{F6F29DAC-AD59-039B-C088-D7BEC1531518}"/>
          </ac:spMkLst>
        </pc:spChg>
      </pc:sldChg>
      <pc:sldChg chg="delSp modSp add del mod">
        <pc:chgData name="Jhonatan Giraldo Cardona" userId="a53f930c-eccf-4fde-b0e6-d4b418d64efc" providerId="ADAL" clId="{A5EF7C59-18D6-4C0E-BC4B-0B0C3E9E9E2C}" dt="2025-10-29T05:39:39.384" v="108" actId="47"/>
        <pc:sldMkLst>
          <pc:docMk/>
          <pc:sldMk cId="3986408506" sldId="277"/>
        </pc:sldMkLst>
        <pc:spChg chg="mod">
          <ac:chgData name="Jhonatan Giraldo Cardona" userId="a53f930c-eccf-4fde-b0e6-d4b418d64efc" providerId="ADAL" clId="{A5EF7C59-18D6-4C0E-BC4B-0B0C3E9E9E2C}" dt="2025-10-24T10:16:48.364" v="60" actId="20577"/>
          <ac:spMkLst>
            <pc:docMk/>
            <pc:sldMk cId="3986408506" sldId="277"/>
            <ac:spMk id="91" creationId="{310A1967-72E6-232E-A069-5D2DB9C5C356}"/>
          </ac:spMkLst>
        </pc:spChg>
      </pc:sldChg>
      <pc:sldChg chg="delSp modSp add mod">
        <pc:chgData name="Jhonatan Giraldo Cardona" userId="a53f930c-eccf-4fde-b0e6-d4b418d64efc" providerId="ADAL" clId="{A5EF7C59-18D6-4C0E-BC4B-0B0C3E9E9E2C}" dt="2025-10-24T10:22:06.342" v="103" actId="478"/>
        <pc:sldMkLst>
          <pc:docMk/>
          <pc:sldMk cId="2607728555" sldId="278"/>
        </pc:sldMkLst>
        <pc:spChg chg="mod">
          <ac:chgData name="Jhonatan Giraldo Cardona" userId="a53f930c-eccf-4fde-b0e6-d4b418d64efc" providerId="ADAL" clId="{A5EF7C59-18D6-4C0E-BC4B-0B0C3E9E9E2C}" dt="2025-10-24T10:22:04.323" v="102" actId="20577"/>
          <ac:spMkLst>
            <pc:docMk/>
            <pc:sldMk cId="2607728555" sldId="278"/>
            <ac:spMk id="98" creationId="{E92E391B-56E6-FAAA-6851-215AC5CBC276}"/>
          </ac:spMkLst>
        </pc:spChg>
      </pc:sldChg>
      <pc:sldMasterChg chg="delSldLayout">
        <pc:chgData name="Jhonatan Giraldo Cardona" userId="a53f930c-eccf-4fde-b0e6-d4b418d64efc" providerId="ADAL" clId="{A5EF7C59-18D6-4C0E-BC4B-0B0C3E9E9E2C}" dt="2025-10-29T05:39:45.508" v="109" actId="47"/>
        <pc:sldMasterMkLst>
          <pc:docMk/>
          <pc:sldMasterMk cId="0" sldId="2147483659"/>
        </pc:sldMasterMkLst>
        <pc:sldLayoutChg chg="del">
          <pc:chgData name="Jhonatan Giraldo Cardona" userId="a53f930c-eccf-4fde-b0e6-d4b418d64efc" providerId="ADAL" clId="{A5EF7C59-18D6-4C0E-BC4B-0B0C3E9E9E2C}" dt="2025-10-29T05:39:45.508" v="109" actId="47"/>
          <pc:sldLayoutMkLst>
            <pc:docMk/>
            <pc:sldMasterMk cId="0" sldId="2147483659"/>
            <pc:sldLayoutMk cId="0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>
          <a:extLst>
            <a:ext uri="{FF2B5EF4-FFF2-40B4-BE49-F238E27FC236}">
              <a16:creationId xmlns:a16="http://schemas.microsoft.com/office/drawing/2014/main" id="{D7140181-0D5A-F3C4-A034-9EEA7C56A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>
            <a:extLst>
              <a:ext uri="{FF2B5EF4-FFF2-40B4-BE49-F238E27FC236}">
                <a16:creationId xmlns:a16="http://schemas.microsoft.com/office/drawing/2014/main" id="{5F2F05B3-253C-642B-178D-C797D80F68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2:notes">
            <a:extLst>
              <a:ext uri="{FF2B5EF4-FFF2-40B4-BE49-F238E27FC236}">
                <a16:creationId xmlns:a16="http://schemas.microsoft.com/office/drawing/2014/main" id="{3CBC500E-5B52-2E2E-3B1F-3E0BF845BE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4778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Focus on OLV, Social and PPC platforms only … we can remove mention of AV on this slide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Clear POV on Delivery to Date vs Planned Spend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DD35EC79-2BEC-7727-E23D-D98CF35F0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>
            <a:extLst>
              <a:ext uri="{FF2B5EF4-FFF2-40B4-BE49-F238E27FC236}">
                <a16:creationId xmlns:a16="http://schemas.microsoft.com/office/drawing/2014/main" id="{01FB71E2-605F-2542-2551-0D9828161E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5:notes">
            <a:extLst>
              <a:ext uri="{FF2B5EF4-FFF2-40B4-BE49-F238E27FC236}">
                <a16:creationId xmlns:a16="http://schemas.microsoft.com/office/drawing/2014/main" id="{6B5FF0D4-322E-22AD-E5C3-A9316C9282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Focus on OLV, Social and PPC platforms only … we can remove mention of AV on this slide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Clear POV on Delivery to Date vs Planned Spend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61285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4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 rot="-5400000">
            <a:off x="-993450" y="993450"/>
            <a:ext cx="5143500" cy="31566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00"/>
              <a:buFont typeface="Arial"/>
              <a:buNone/>
            </a:pPr>
            <a:r>
              <a:rPr lang="en" sz="9100" b="0" i="0" u="none" strike="noStrike" cap="none">
                <a:solidFill>
                  <a:srgbClr val="F3EEE4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Weekly Report</a:t>
            </a:r>
            <a:endParaRPr sz="9100" b="0" i="0" u="none" strike="noStrike" cap="none">
              <a:solidFill>
                <a:srgbClr val="F3EEE4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3156600" y="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3546600" y="0"/>
            <a:ext cx="390000" cy="390000"/>
          </a:xfrm>
          <a:prstGeom prst="rect">
            <a:avLst/>
          </a:prstGeom>
          <a:solidFill>
            <a:srgbClr val="FEC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3936600" y="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4326600" y="0"/>
            <a:ext cx="390000" cy="390000"/>
          </a:xfrm>
          <a:prstGeom prst="rect">
            <a:avLst/>
          </a:prstGeom>
          <a:solidFill>
            <a:srgbClr val="FEC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3"/>
          <p:cNvSpPr/>
          <p:nvPr/>
        </p:nvSpPr>
        <p:spPr>
          <a:xfrm>
            <a:off x="3936600" y="390000"/>
            <a:ext cx="390000" cy="390000"/>
          </a:xfrm>
          <a:prstGeom prst="rect">
            <a:avLst/>
          </a:prstGeom>
          <a:solidFill>
            <a:srgbClr val="FEC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3"/>
          <p:cNvSpPr/>
          <p:nvPr/>
        </p:nvSpPr>
        <p:spPr>
          <a:xfrm>
            <a:off x="3546600" y="78000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4326600" y="78000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4716600" y="117000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716600" y="3150950"/>
            <a:ext cx="4171800" cy="10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1" i="0" u="none" strike="noStrike" cap="none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Shell UK Brand Performance Highlights</a:t>
            </a:r>
            <a:endParaRPr sz="1200" b="1" i="0" u="none" strike="noStrike" cap="non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1" i="0" u="none" strike="noStrike" cap="none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 b="0" i="1" u="none" strike="noStrike" cap="none">
                <a:solidFill>
                  <a:srgbClr val="434343"/>
                </a:solidFill>
                <a:latin typeface="Inter Light"/>
                <a:ea typeface="Inter Light"/>
                <a:cs typeface="Inter Light"/>
                <a:sym typeface="Inter Light"/>
              </a:rPr>
              <a:t>Spend, Performance, and Key Learnings</a:t>
            </a:r>
            <a:br>
              <a:rPr lang="en" sz="1200" b="0" i="1" u="none" strike="noStrike" cap="none">
                <a:solidFill>
                  <a:srgbClr val="434343"/>
                </a:solidFill>
                <a:latin typeface="Inter Light"/>
                <a:ea typeface="Inter Light"/>
                <a:cs typeface="Inter Light"/>
                <a:sym typeface="Inter Light"/>
              </a:rPr>
            </a:br>
            <a:br>
              <a:rPr lang="en" sz="1200" b="0" i="1" u="none" strike="noStrike" cap="none">
                <a:solidFill>
                  <a:srgbClr val="434343"/>
                </a:solidFill>
                <a:latin typeface="Inter Light"/>
                <a:ea typeface="Inter Light"/>
                <a:cs typeface="Inter Light"/>
                <a:sym typeface="Inter Light"/>
              </a:rPr>
            </a:br>
            <a:r>
              <a:rPr lang="en" sz="1200" b="0" i="0" u="none" strike="noStrike" cap="none">
                <a:solidFill>
                  <a:srgbClr val="434343"/>
                </a:solidFill>
                <a:latin typeface="Inter Light"/>
                <a:ea typeface="Inter Light"/>
                <a:cs typeface="Inter Light"/>
                <a:sym typeface="Inter Light"/>
              </a:rPr>
              <a:t>Week Commencing 04-08-2025</a:t>
            </a:r>
            <a:endParaRPr sz="1200" b="0" i="0" u="none" strike="noStrike" cap="none">
              <a:solidFill>
                <a:srgbClr val="434343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3">
            <a:alphaModFix/>
          </a:blip>
          <a:srcRect l="13798" t="24742" r="14072" b="24231"/>
          <a:stretch/>
        </p:blipFill>
        <p:spPr>
          <a:xfrm>
            <a:off x="7866600" y="198175"/>
            <a:ext cx="1021809" cy="38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10824" y="198175"/>
            <a:ext cx="420852" cy="390001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3"/>
          <p:cNvSpPr txBox="1"/>
          <p:nvPr/>
        </p:nvSpPr>
        <p:spPr>
          <a:xfrm>
            <a:off x="7531663" y="162325"/>
            <a:ext cx="302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4"/>
        </a:solidFill>
        <a:effectLst/>
      </p:bgPr>
    </p:bg>
    <p:spTree>
      <p:nvGrpSpPr>
        <p:cNvPr id="1" name="Shape 70">
          <a:extLst>
            <a:ext uri="{FF2B5EF4-FFF2-40B4-BE49-F238E27FC236}">
              <a16:creationId xmlns:a16="http://schemas.microsoft.com/office/drawing/2014/main" id="{7481B664-5993-894E-EB21-869BB00CF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>
            <a:extLst>
              <a:ext uri="{FF2B5EF4-FFF2-40B4-BE49-F238E27FC236}">
                <a16:creationId xmlns:a16="http://schemas.microsoft.com/office/drawing/2014/main" id="{F6F29DAC-AD59-039B-C088-D7BEC1531518}"/>
              </a:ext>
            </a:extLst>
          </p:cNvPr>
          <p:cNvSpPr txBox="1"/>
          <p:nvPr/>
        </p:nvSpPr>
        <p:spPr>
          <a:xfrm>
            <a:off x="1923050" y="2219550"/>
            <a:ext cx="6734700" cy="193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079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50"/>
              <a:buFont typeface="Inter Light"/>
              <a:buChar char="●"/>
            </a:pPr>
            <a:r>
              <a:rPr lang="es-ES" sz="1250" b="1" i="0" u="none" strike="noStrike" cap="none" dirty="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{{</a:t>
            </a:r>
            <a:r>
              <a:rPr lang="es-ES" sz="1250" b="1" i="0" u="none" strike="noStrike" cap="none" dirty="0" err="1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executivesummary</a:t>
            </a:r>
            <a:r>
              <a:rPr lang="es-ES" sz="1250" b="1" i="0" u="none" strike="noStrike" cap="none" dirty="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}}</a:t>
            </a:r>
            <a:endParaRPr sz="1250" b="0" i="0" u="none" strike="noStrike" cap="none" dirty="0">
              <a:solidFill>
                <a:srgbClr val="434343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72" name="Google Shape;72;p14">
            <a:extLst>
              <a:ext uri="{FF2B5EF4-FFF2-40B4-BE49-F238E27FC236}">
                <a16:creationId xmlns:a16="http://schemas.microsoft.com/office/drawing/2014/main" id="{F94418F0-3BF3-156C-4391-ED67725269E6}"/>
              </a:ext>
            </a:extLst>
          </p:cNvPr>
          <p:cNvSpPr txBox="1"/>
          <p:nvPr/>
        </p:nvSpPr>
        <p:spPr>
          <a:xfrm>
            <a:off x="-164225" y="0"/>
            <a:ext cx="5307600" cy="18225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" sz="4800" b="0" i="0" u="none" strike="noStrike" cap="none">
                <a:solidFill>
                  <a:srgbClr val="F3EEE4"/>
                </a:solidFill>
                <a:latin typeface="IBM Plex Mono"/>
                <a:ea typeface="IBM Plex Mono"/>
                <a:cs typeface="IBM Plex Mono"/>
                <a:sym typeface="IBM Plex Mono"/>
              </a:rPr>
              <a:t>Executive Summary</a:t>
            </a:r>
            <a:endParaRPr sz="4800" b="0" i="0" u="none" strike="noStrike" cap="none">
              <a:solidFill>
                <a:srgbClr val="F3EEE4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73" name="Google Shape;73;p14">
            <a:extLst>
              <a:ext uri="{FF2B5EF4-FFF2-40B4-BE49-F238E27FC236}">
                <a16:creationId xmlns:a16="http://schemas.microsoft.com/office/drawing/2014/main" id="{59A00396-A973-7735-BDBB-84A2AF4FAFC5}"/>
              </a:ext>
            </a:extLst>
          </p:cNvPr>
          <p:cNvSpPr/>
          <p:nvPr/>
        </p:nvSpPr>
        <p:spPr>
          <a:xfrm>
            <a:off x="0" y="182250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4">
            <a:extLst>
              <a:ext uri="{FF2B5EF4-FFF2-40B4-BE49-F238E27FC236}">
                <a16:creationId xmlns:a16="http://schemas.microsoft.com/office/drawing/2014/main" id="{06414DB1-B14F-955F-231F-92400E431FD1}"/>
              </a:ext>
            </a:extLst>
          </p:cNvPr>
          <p:cNvSpPr/>
          <p:nvPr/>
        </p:nvSpPr>
        <p:spPr>
          <a:xfrm>
            <a:off x="780000" y="182250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>
            <a:extLst>
              <a:ext uri="{FF2B5EF4-FFF2-40B4-BE49-F238E27FC236}">
                <a16:creationId xmlns:a16="http://schemas.microsoft.com/office/drawing/2014/main" id="{564F332E-241A-B460-D8DC-FB719A1BF962}"/>
              </a:ext>
            </a:extLst>
          </p:cNvPr>
          <p:cNvSpPr/>
          <p:nvPr/>
        </p:nvSpPr>
        <p:spPr>
          <a:xfrm>
            <a:off x="1170000" y="1822500"/>
            <a:ext cx="390000" cy="390000"/>
          </a:xfrm>
          <a:prstGeom prst="rect">
            <a:avLst/>
          </a:prstGeom>
          <a:solidFill>
            <a:srgbClr val="FEC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>
            <a:extLst>
              <a:ext uri="{FF2B5EF4-FFF2-40B4-BE49-F238E27FC236}">
                <a16:creationId xmlns:a16="http://schemas.microsoft.com/office/drawing/2014/main" id="{11FE8FCB-705F-8043-560D-C83CFB05FD02}"/>
              </a:ext>
            </a:extLst>
          </p:cNvPr>
          <p:cNvSpPr/>
          <p:nvPr/>
        </p:nvSpPr>
        <p:spPr>
          <a:xfrm>
            <a:off x="780000" y="2212500"/>
            <a:ext cx="390000" cy="390000"/>
          </a:xfrm>
          <a:prstGeom prst="rect">
            <a:avLst/>
          </a:prstGeom>
          <a:solidFill>
            <a:srgbClr val="FEC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4">
            <a:extLst>
              <a:ext uri="{FF2B5EF4-FFF2-40B4-BE49-F238E27FC236}">
                <a16:creationId xmlns:a16="http://schemas.microsoft.com/office/drawing/2014/main" id="{28AEA820-49AE-50BA-092D-F2EF23B04F1D}"/>
              </a:ext>
            </a:extLst>
          </p:cNvPr>
          <p:cNvSpPr/>
          <p:nvPr/>
        </p:nvSpPr>
        <p:spPr>
          <a:xfrm>
            <a:off x="390000" y="260250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4">
            <a:extLst>
              <a:ext uri="{FF2B5EF4-FFF2-40B4-BE49-F238E27FC236}">
                <a16:creationId xmlns:a16="http://schemas.microsoft.com/office/drawing/2014/main" id="{B094CE19-E9E1-3F8E-6D64-8CCE4BC1A43C}"/>
              </a:ext>
            </a:extLst>
          </p:cNvPr>
          <p:cNvSpPr/>
          <p:nvPr/>
        </p:nvSpPr>
        <p:spPr>
          <a:xfrm>
            <a:off x="1170000" y="260250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4">
            <a:extLst>
              <a:ext uri="{FF2B5EF4-FFF2-40B4-BE49-F238E27FC236}">
                <a16:creationId xmlns:a16="http://schemas.microsoft.com/office/drawing/2014/main" id="{860A785F-391A-90A8-EC3E-FA417A8E762A}"/>
              </a:ext>
            </a:extLst>
          </p:cNvPr>
          <p:cNvSpPr/>
          <p:nvPr/>
        </p:nvSpPr>
        <p:spPr>
          <a:xfrm>
            <a:off x="1170000" y="2992500"/>
            <a:ext cx="390000" cy="390000"/>
          </a:xfrm>
          <a:prstGeom prst="rect">
            <a:avLst/>
          </a:prstGeom>
          <a:solidFill>
            <a:srgbClr val="FEC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4">
            <a:extLst>
              <a:ext uri="{FF2B5EF4-FFF2-40B4-BE49-F238E27FC236}">
                <a16:creationId xmlns:a16="http://schemas.microsoft.com/office/drawing/2014/main" id="{1637260D-4615-3B44-0415-9E5C1BF52569}"/>
              </a:ext>
            </a:extLst>
          </p:cNvPr>
          <p:cNvSpPr/>
          <p:nvPr/>
        </p:nvSpPr>
        <p:spPr>
          <a:xfrm>
            <a:off x="5143500" y="143250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4">
            <a:extLst>
              <a:ext uri="{FF2B5EF4-FFF2-40B4-BE49-F238E27FC236}">
                <a16:creationId xmlns:a16="http://schemas.microsoft.com/office/drawing/2014/main" id="{F94C6347-9A03-44C5-5442-278CEBAB6281}"/>
              </a:ext>
            </a:extLst>
          </p:cNvPr>
          <p:cNvSpPr/>
          <p:nvPr/>
        </p:nvSpPr>
        <p:spPr>
          <a:xfrm>
            <a:off x="5533500" y="1042500"/>
            <a:ext cx="390000" cy="390000"/>
          </a:xfrm>
          <a:prstGeom prst="rect">
            <a:avLst/>
          </a:prstGeom>
          <a:solidFill>
            <a:srgbClr val="FEC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4">
            <a:extLst>
              <a:ext uri="{FF2B5EF4-FFF2-40B4-BE49-F238E27FC236}">
                <a16:creationId xmlns:a16="http://schemas.microsoft.com/office/drawing/2014/main" id="{22DA6F04-E692-B4CC-F374-6839AE798D7A}"/>
              </a:ext>
            </a:extLst>
          </p:cNvPr>
          <p:cNvSpPr/>
          <p:nvPr/>
        </p:nvSpPr>
        <p:spPr>
          <a:xfrm>
            <a:off x="7974000" y="436350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4">
            <a:extLst>
              <a:ext uri="{FF2B5EF4-FFF2-40B4-BE49-F238E27FC236}">
                <a16:creationId xmlns:a16="http://schemas.microsoft.com/office/drawing/2014/main" id="{9B55EA5A-753B-569C-F41B-FD67C25E78A6}"/>
              </a:ext>
            </a:extLst>
          </p:cNvPr>
          <p:cNvSpPr/>
          <p:nvPr/>
        </p:nvSpPr>
        <p:spPr>
          <a:xfrm>
            <a:off x="8364000" y="475350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4">
            <a:extLst>
              <a:ext uri="{FF2B5EF4-FFF2-40B4-BE49-F238E27FC236}">
                <a16:creationId xmlns:a16="http://schemas.microsoft.com/office/drawing/2014/main" id="{5002F3B3-7526-B277-88F0-0DE282618194}"/>
              </a:ext>
            </a:extLst>
          </p:cNvPr>
          <p:cNvSpPr/>
          <p:nvPr/>
        </p:nvSpPr>
        <p:spPr>
          <a:xfrm>
            <a:off x="8364000" y="4363500"/>
            <a:ext cx="390000" cy="390000"/>
          </a:xfrm>
          <a:prstGeom prst="rect">
            <a:avLst/>
          </a:prstGeom>
          <a:solidFill>
            <a:srgbClr val="FEC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4">
            <a:extLst>
              <a:ext uri="{FF2B5EF4-FFF2-40B4-BE49-F238E27FC236}">
                <a16:creationId xmlns:a16="http://schemas.microsoft.com/office/drawing/2014/main" id="{25BF9D97-CFF9-59EF-8014-9EC4C138E40E}"/>
              </a:ext>
            </a:extLst>
          </p:cNvPr>
          <p:cNvSpPr/>
          <p:nvPr/>
        </p:nvSpPr>
        <p:spPr>
          <a:xfrm>
            <a:off x="8754000" y="475350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6402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4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/>
        </p:nvSpPr>
        <p:spPr>
          <a:xfrm rot="-5400000">
            <a:off x="-1703700" y="1703700"/>
            <a:ext cx="5143500" cy="17361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" sz="4200" b="0" i="0" u="none" strike="noStrike" cap="none">
                <a:solidFill>
                  <a:srgbClr val="F3EEE4"/>
                </a:solidFill>
                <a:latin typeface="IBM Plex Mono"/>
                <a:ea typeface="IBM Plex Mono"/>
                <a:cs typeface="IBM Plex Mono"/>
                <a:sym typeface="IBM Plex Mono"/>
              </a:rPr>
              <a:t>Planned vs Delivered Spend</a:t>
            </a:r>
            <a:endParaRPr sz="4200" b="0" i="0" u="none" strike="noStrike" cap="none">
              <a:solidFill>
                <a:srgbClr val="F3EEE4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98" name="Google Shape;98;p16"/>
          <p:cNvSpPr txBox="1"/>
          <p:nvPr/>
        </p:nvSpPr>
        <p:spPr>
          <a:xfrm>
            <a:off x="2124600" y="3189125"/>
            <a:ext cx="6180600" cy="11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Inter"/>
              <a:buChar char="●"/>
            </a:pPr>
            <a:r>
              <a:rPr lang="en-US" sz="1000" b="1" i="0" u="none" strike="noStrike" cap="none" dirty="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Total planned: £4.3M | Delivered: £342K (8%)</a:t>
            </a:r>
            <a:br>
              <a:rPr lang="en-US" sz="1000" b="1" i="0" u="none" strike="noStrike" cap="none" dirty="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</a:br>
            <a:endParaRPr lang="en-US" sz="1000" b="1" i="0" u="none" strike="noStrike" cap="none" dirty="0">
              <a:solidFill>
                <a:srgbClr val="434343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Inter Light"/>
              <a:buChar char="●"/>
            </a:pPr>
            <a:r>
              <a:rPr lang="en-US" sz="1000" b="1" dirty="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Digital pacing steady:</a:t>
            </a:r>
            <a:r>
              <a:rPr lang="en-US" sz="1000" dirty="0">
                <a:solidFill>
                  <a:srgbClr val="434343"/>
                </a:solidFill>
                <a:latin typeface="Inter Light"/>
                <a:ea typeface="Inter Light"/>
                <a:cs typeface="Inter Light"/>
                <a:sym typeface="Inter Light"/>
              </a:rPr>
              <a:t> OLV and Social platforms are delivering between 63–78% of planned spend, showing consistent progress and cost efficiency.</a:t>
            </a:r>
            <a:br>
              <a:rPr lang="en-US" sz="1000" b="0" i="0" u="none" strike="noStrike" cap="none" dirty="0">
                <a:solidFill>
                  <a:srgbClr val="434343"/>
                </a:solidFill>
                <a:latin typeface="Inter Light"/>
                <a:ea typeface="Inter Light"/>
                <a:cs typeface="Inter Light"/>
                <a:sym typeface="Inter Light"/>
              </a:rPr>
            </a:br>
            <a:endParaRPr lang="en-US" sz="1000" b="0" i="0" u="none" strike="noStrike" cap="none" dirty="0">
              <a:solidFill>
                <a:srgbClr val="434343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457200" marR="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Inter Light"/>
              <a:buChar char="●"/>
            </a:pPr>
            <a:r>
              <a:rPr lang="en-US" sz="1000" b="1" dirty="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PPC ramp-up:</a:t>
            </a:r>
            <a:r>
              <a:rPr lang="en-US" sz="1000" dirty="0">
                <a:solidFill>
                  <a:srgbClr val="434343"/>
                </a:solidFill>
                <a:latin typeface="Inter Light"/>
                <a:ea typeface="Inter Light"/>
                <a:cs typeface="Inter Light"/>
                <a:sym typeface="Inter Light"/>
              </a:rPr>
              <a:t> Current delivery is between 22–25% as activation is phased; </a:t>
            </a:r>
            <a:r>
              <a:rPr lang="en-US" sz="1000" dirty="0" err="1">
                <a:solidFill>
                  <a:srgbClr val="434343"/>
                </a:solidFill>
                <a:latin typeface="Inter Light"/>
                <a:ea typeface="Inter Light"/>
                <a:cs typeface="Inter Light"/>
                <a:sym typeface="Inter Light"/>
              </a:rPr>
              <a:t>optimisations</a:t>
            </a:r>
            <a:r>
              <a:rPr lang="en-US" sz="1000" dirty="0">
                <a:solidFill>
                  <a:srgbClr val="434343"/>
                </a:solidFill>
                <a:latin typeface="Inter Light"/>
                <a:ea typeface="Inter Light"/>
                <a:cs typeface="Inter Light"/>
                <a:sym typeface="Inter Light"/>
              </a:rPr>
              <a:t> are underway to unlock further scale.</a:t>
            </a:r>
            <a:br>
              <a:rPr lang="en-US" sz="1000" b="0" i="0" u="none" strike="noStrike" cap="none" dirty="0">
                <a:solidFill>
                  <a:srgbClr val="434343"/>
                </a:solidFill>
                <a:latin typeface="Inter Light"/>
                <a:ea typeface="Inter Light"/>
                <a:cs typeface="Inter Light"/>
                <a:sym typeface="Inter Light"/>
              </a:rPr>
            </a:br>
            <a:endParaRPr lang="en-US" sz="1000" b="0" i="0" u="none" strike="noStrike" cap="none" dirty="0">
              <a:solidFill>
                <a:srgbClr val="434343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rgbClr val="434343"/>
                </a:solidFill>
                <a:latin typeface="Inter Light"/>
                <a:ea typeface="Inter Light"/>
                <a:cs typeface="Inter Light"/>
                <a:sym typeface="Inter Light"/>
              </a:rPr>
              <a:t>The gap between planned and delivered spend is expected at this stage — Digital is providing a strong early base, while PPC will scale further as efficiencies are established.</a:t>
            </a:r>
            <a:endParaRPr lang="en-US" sz="1000" b="0" i="0" u="none" strike="noStrike" cap="none" dirty="0">
              <a:solidFill>
                <a:srgbClr val="434343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99" name="Google Shape;99;p16" title="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88500" y="14600"/>
            <a:ext cx="6323099" cy="3174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4"/>
        </a:solidFill>
        <a:effectLst/>
      </p:bgPr>
    </p:bg>
    <p:spTree>
      <p:nvGrpSpPr>
        <p:cNvPr id="1" name="Shape 96">
          <a:extLst>
            <a:ext uri="{FF2B5EF4-FFF2-40B4-BE49-F238E27FC236}">
              <a16:creationId xmlns:a16="http://schemas.microsoft.com/office/drawing/2014/main" id="{7E7A69D7-F529-1858-115F-119EFBBAB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>
            <a:extLst>
              <a:ext uri="{FF2B5EF4-FFF2-40B4-BE49-F238E27FC236}">
                <a16:creationId xmlns:a16="http://schemas.microsoft.com/office/drawing/2014/main" id="{A40BBC31-BFD4-78DB-E104-2378BF721570}"/>
              </a:ext>
            </a:extLst>
          </p:cNvPr>
          <p:cNvSpPr txBox="1"/>
          <p:nvPr/>
        </p:nvSpPr>
        <p:spPr>
          <a:xfrm rot="-5400000">
            <a:off x="-1703700" y="1703700"/>
            <a:ext cx="5143500" cy="17361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en" sz="4200" b="0" i="0" u="none" strike="noStrike" cap="none">
                <a:solidFill>
                  <a:srgbClr val="F3EEE4"/>
                </a:solidFill>
                <a:latin typeface="IBM Plex Mono"/>
                <a:ea typeface="IBM Plex Mono"/>
                <a:cs typeface="IBM Plex Mono"/>
                <a:sym typeface="IBM Plex Mono"/>
              </a:rPr>
              <a:t>Planned vs Delivered Spend</a:t>
            </a:r>
            <a:endParaRPr sz="4200" b="0" i="0" u="none" strike="noStrike" cap="none">
              <a:solidFill>
                <a:srgbClr val="F3EEE4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98" name="Google Shape;98;p16">
            <a:extLst>
              <a:ext uri="{FF2B5EF4-FFF2-40B4-BE49-F238E27FC236}">
                <a16:creationId xmlns:a16="http://schemas.microsoft.com/office/drawing/2014/main" id="{E92E391B-56E6-FAAA-6851-215AC5CBC276}"/>
              </a:ext>
            </a:extLst>
          </p:cNvPr>
          <p:cNvSpPr txBox="1"/>
          <p:nvPr/>
        </p:nvSpPr>
        <p:spPr>
          <a:xfrm>
            <a:off x="2124600" y="3189125"/>
            <a:ext cx="6180600" cy="11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65100">
              <a:lnSpc>
                <a:spcPct val="115000"/>
              </a:lnSpc>
              <a:buClr>
                <a:srgbClr val="434343"/>
              </a:buClr>
              <a:buSzPts val="1000"/>
            </a:pPr>
            <a:r>
              <a:rPr lang="es-ES" sz="1000" b="1" dirty="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{</a:t>
            </a:r>
            <a:r>
              <a:rPr lang="es-ES" sz="1000" b="1" dirty="0" err="1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plannedvsdeliveredtext</a:t>
            </a:r>
            <a:r>
              <a:rPr lang="es-ES" sz="1000" b="1" dirty="0">
                <a:solidFill>
                  <a:srgbClr val="434343"/>
                </a:solidFill>
                <a:latin typeface="Inter"/>
                <a:ea typeface="Inter"/>
                <a:cs typeface="Inter"/>
                <a:sym typeface="Inter"/>
              </a:rPr>
              <a:t>}}</a:t>
            </a:r>
            <a:endParaRPr lang="es-ES" sz="1000" dirty="0">
              <a:solidFill>
                <a:srgbClr val="434343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  <p:extLst>
      <p:ext uri="{BB962C8B-B14F-4D97-AF65-F5344CB8AC3E}">
        <p14:creationId xmlns:p14="http://schemas.microsoft.com/office/powerpoint/2010/main" val="26077285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4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/>
        </p:nvSpPr>
        <p:spPr>
          <a:xfrm rot="-5400000">
            <a:off x="-1414200" y="1414200"/>
            <a:ext cx="5143500" cy="23151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lang="en" sz="6500" b="0" i="0" u="none" strike="noStrike" cap="none">
                <a:solidFill>
                  <a:srgbClr val="F3EEE4"/>
                </a:solidFill>
                <a:latin typeface="IBM Plex Mono"/>
                <a:ea typeface="IBM Plex Mono"/>
                <a:cs typeface="IBM Plex Mono"/>
                <a:sym typeface="IBM Plex Mono"/>
              </a:rPr>
              <a:t>Any questions?</a:t>
            </a:r>
            <a:endParaRPr sz="6500" b="0" i="0" u="none" strike="noStrike" cap="none">
              <a:solidFill>
                <a:srgbClr val="F3EEE4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219" name="Google Shape;219;p32"/>
          <p:cNvSpPr/>
          <p:nvPr/>
        </p:nvSpPr>
        <p:spPr>
          <a:xfrm>
            <a:off x="2315100" y="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32"/>
          <p:cNvSpPr/>
          <p:nvPr/>
        </p:nvSpPr>
        <p:spPr>
          <a:xfrm>
            <a:off x="2705100" y="0"/>
            <a:ext cx="390000" cy="390000"/>
          </a:xfrm>
          <a:prstGeom prst="rect">
            <a:avLst/>
          </a:prstGeom>
          <a:solidFill>
            <a:srgbClr val="FEC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2"/>
          <p:cNvSpPr/>
          <p:nvPr/>
        </p:nvSpPr>
        <p:spPr>
          <a:xfrm>
            <a:off x="3095100" y="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2"/>
          <p:cNvSpPr/>
          <p:nvPr/>
        </p:nvSpPr>
        <p:spPr>
          <a:xfrm>
            <a:off x="3485100" y="0"/>
            <a:ext cx="390000" cy="390000"/>
          </a:xfrm>
          <a:prstGeom prst="rect">
            <a:avLst/>
          </a:prstGeom>
          <a:solidFill>
            <a:srgbClr val="FEC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2"/>
          <p:cNvSpPr/>
          <p:nvPr/>
        </p:nvSpPr>
        <p:spPr>
          <a:xfrm>
            <a:off x="3095100" y="390000"/>
            <a:ext cx="390000" cy="390000"/>
          </a:xfrm>
          <a:prstGeom prst="rect">
            <a:avLst/>
          </a:prstGeom>
          <a:solidFill>
            <a:srgbClr val="FEC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2"/>
          <p:cNvSpPr/>
          <p:nvPr/>
        </p:nvSpPr>
        <p:spPr>
          <a:xfrm>
            <a:off x="2705100" y="78000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2"/>
          <p:cNvSpPr/>
          <p:nvPr/>
        </p:nvSpPr>
        <p:spPr>
          <a:xfrm>
            <a:off x="3485100" y="78000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32"/>
          <p:cNvSpPr/>
          <p:nvPr/>
        </p:nvSpPr>
        <p:spPr>
          <a:xfrm>
            <a:off x="7387700" y="2926300"/>
            <a:ext cx="1756200" cy="1756200"/>
          </a:xfrm>
          <a:prstGeom prst="rect">
            <a:avLst/>
          </a:prstGeom>
          <a:solidFill>
            <a:srgbClr val="FECB00"/>
          </a:solidFill>
          <a:ln>
            <a:noFill/>
          </a:ln>
        </p:spPr>
        <p:txBody>
          <a:bodyPr spcFirstLastPara="1" wrap="square" lIns="411725" tIns="411725" rIns="411725" bIns="411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4"/>
              <a:buFont typeface="Arial"/>
              <a:buNone/>
            </a:pPr>
            <a:endParaRPr sz="630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2"/>
          <p:cNvSpPr/>
          <p:nvPr/>
        </p:nvSpPr>
        <p:spPr>
          <a:xfrm>
            <a:off x="5631408" y="1170000"/>
            <a:ext cx="1756200" cy="17562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411725" tIns="411725" rIns="411725" bIns="411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4"/>
              <a:buFont typeface="Arial"/>
              <a:buNone/>
            </a:pPr>
            <a:endParaRPr sz="630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2"/>
          <p:cNvSpPr/>
          <p:nvPr/>
        </p:nvSpPr>
        <p:spPr>
          <a:xfrm>
            <a:off x="3875100" y="1170010"/>
            <a:ext cx="1756200" cy="1756200"/>
          </a:xfrm>
          <a:prstGeom prst="rect">
            <a:avLst/>
          </a:prstGeom>
          <a:solidFill>
            <a:srgbClr val="FECB00"/>
          </a:solidFill>
          <a:ln>
            <a:noFill/>
          </a:ln>
        </p:spPr>
        <p:txBody>
          <a:bodyPr spcFirstLastPara="1" wrap="square" lIns="411725" tIns="411725" rIns="411725" bIns="411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4"/>
              <a:buFont typeface="Arial"/>
              <a:buNone/>
            </a:pPr>
            <a:endParaRPr sz="630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32"/>
          <p:cNvSpPr/>
          <p:nvPr/>
        </p:nvSpPr>
        <p:spPr>
          <a:xfrm>
            <a:off x="6997700" y="3512500"/>
            <a:ext cx="390000" cy="390000"/>
          </a:xfrm>
          <a:prstGeom prst="rect">
            <a:avLst/>
          </a:prstGeom>
          <a:solidFill>
            <a:srgbClr val="FEC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32"/>
          <p:cNvSpPr/>
          <p:nvPr/>
        </p:nvSpPr>
        <p:spPr>
          <a:xfrm>
            <a:off x="6997700" y="429250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32"/>
          <p:cNvSpPr/>
          <p:nvPr/>
        </p:nvSpPr>
        <p:spPr>
          <a:xfrm>
            <a:off x="7387700" y="214620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2"/>
          <p:cNvSpPr/>
          <p:nvPr/>
        </p:nvSpPr>
        <p:spPr>
          <a:xfrm>
            <a:off x="7777700" y="2146200"/>
            <a:ext cx="390000" cy="390000"/>
          </a:xfrm>
          <a:prstGeom prst="rect">
            <a:avLst/>
          </a:prstGeom>
          <a:solidFill>
            <a:srgbClr val="FEC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32"/>
          <p:cNvSpPr/>
          <p:nvPr/>
        </p:nvSpPr>
        <p:spPr>
          <a:xfrm>
            <a:off x="7387700" y="2536200"/>
            <a:ext cx="390000" cy="390000"/>
          </a:xfrm>
          <a:prstGeom prst="rect">
            <a:avLst/>
          </a:prstGeom>
          <a:solidFill>
            <a:srgbClr val="FEC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32"/>
          <p:cNvSpPr/>
          <p:nvPr/>
        </p:nvSpPr>
        <p:spPr>
          <a:xfrm>
            <a:off x="5241400" y="292630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2"/>
          <p:cNvSpPr/>
          <p:nvPr/>
        </p:nvSpPr>
        <p:spPr>
          <a:xfrm>
            <a:off x="5631300" y="2926300"/>
            <a:ext cx="390000" cy="3900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2"/>
          <p:cNvSpPr/>
          <p:nvPr/>
        </p:nvSpPr>
        <p:spPr>
          <a:xfrm>
            <a:off x="2315091" y="3316400"/>
            <a:ext cx="3706200" cy="3706200"/>
          </a:xfrm>
          <a:prstGeom prst="rect">
            <a:avLst/>
          </a:prstGeom>
          <a:solidFill>
            <a:srgbClr val="D52B1E"/>
          </a:solidFill>
          <a:ln>
            <a:noFill/>
          </a:ln>
        </p:spPr>
        <p:txBody>
          <a:bodyPr spcFirstLastPara="1" wrap="square" lIns="411725" tIns="411725" rIns="411725" bIns="4117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4"/>
              <a:buFont typeface="Arial"/>
              <a:buNone/>
            </a:pPr>
            <a:endParaRPr sz="6304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77b766b-61f0-4e7c-9373-928832aa9fef}" enabled="0" method="" siteId="{077b766b-61f0-4e7c-9373-928832aa9fe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188</Words>
  <Application>Microsoft Office PowerPoint</Application>
  <PresentationFormat>Presentación en pantalla (16:9)</PresentationFormat>
  <Paragraphs>21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Inter</vt:lpstr>
      <vt:lpstr>IBM Plex Mono</vt:lpstr>
      <vt:lpstr>Inter Light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Jhonatan Giraldo Cardona</dc:creator>
  <cp:lastModifiedBy>Jhonatan Giraldo Cardona</cp:lastModifiedBy>
  <cp:revision>1</cp:revision>
  <dcterms:modified xsi:type="dcterms:W3CDTF">2025-10-29T05:39:51Z</dcterms:modified>
</cp:coreProperties>
</file>